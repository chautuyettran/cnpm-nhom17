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6" r:id="rId3"/>
    <p:sldId id="258" r:id="rId4"/>
    <p:sldId id="276" r:id="rId5"/>
    <p:sldId id="268" r:id="rId6"/>
    <p:sldId id="270" r:id="rId7"/>
    <p:sldId id="269" r:id="rId8"/>
    <p:sldId id="277" r:id="rId9"/>
    <p:sldId id="271" r:id="rId10"/>
    <p:sldId id="272" r:id="rId11"/>
    <p:sldId id="275" r:id="rId12"/>
    <p:sldId id="278" r:id="rId13"/>
    <p:sldId id="280" r:id="rId14"/>
    <p:sldId id="279" r:id="rId15"/>
    <p:sldId id="281" r:id="rId16"/>
    <p:sldId id="282" r:id="rId17"/>
    <p:sldId id="283" r:id="rId18"/>
    <p:sldId id="284" r:id="rId19"/>
    <p:sldId id="267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4660"/>
  </p:normalViewPr>
  <p:slideViewPr>
    <p:cSldViewPr snapToGrid="0">
      <p:cViewPr varScale="1">
        <p:scale>
          <a:sx n="95" d="100"/>
          <a:sy n="95" d="100"/>
        </p:scale>
        <p:origin x="2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1E88B-C507-4A99-A666-82CFC317964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BB7D1-B226-4B1A-A965-6E2CAB830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62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none" spc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DFAFCE-410D-49E5-9890-55A20C53F78F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95EC9CF-ECF2-42BE-9B4F-3AE02F0171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t="14419" r="12743" b="14419"/>
          <a:stretch/>
        </p:blipFill>
        <p:spPr>
          <a:xfrm>
            <a:off x="0" y="0"/>
            <a:ext cx="1312333" cy="1295400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312334" y="160867"/>
            <a:ext cx="5494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2400" b="1" baseline="0">
                <a:latin typeface="Arial" panose="020B0604020202020204" pitchFamily="34" charset="0"/>
                <a:cs typeface="Arial" panose="020B0604020202020204" pitchFamily="34" charset="0"/>
              </a:rPr>
              <a:t> KỸ THUẬT &amp; CÔNG NGHỆ</a:t>
            </a:r>
          </a:p>
          <a:p>
            <a:r>
              <a:rPr lang="en-US" sz="2400" b="1" baseline="0"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397000" y="990600"/>
            <a:ext cx="9271000" cy="12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4" t="43384" r="68474" b="19017"/>
          <a:stretch/>
        </p:blipFill>
        <p:spPr>
          <a:xfrm>
            <a:off x="-110067" y="6307667"/>
            <a:ext cx="12302067" cy="55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2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ED9626-E6F6-4233-99D6-6B91C9C5A337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95EC9CF-ECF2-42BE-9B4F-3AE02F0171C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4" t="43384" r="68474" b="19017"/>
          <a:stretch/>
        </p:blipFill>
        <p:spPr>
          <a:xfrm>
            <a:off x="-110067" y="6307667"/>
            <a:ext cx="12302067" cy="55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43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518C5-7816-4A57-AD0B-42C3199EA06E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4" t="43384" r="68474" b="19017"/>
          <a:stretch/>
        </p:blipFill>
        <p:spPr>
          <a:xfrm>
            <a:off x="-110067" y="6307667"/>
            <a:ext cx="12302067" cy="55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1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F164-943C-437F-81D1-D5E4C3C5BF74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4" t="43384" r="68474" b="19017"/>
          <a:stretch/>
        </p:blipFill>
        <p:spPr>
          <a:xfrm>
            <a:off x="-110067" y="6307667"/>
            <a:ext cx="12302067" cy="55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ctr"/>
          <a:lstStyle>
            <a:lvl1pPr marL="0" indent="0" algn="ctr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ctr"/>
          <a:lstStyle>
            <a:lvl1pPr marL="0" indent="0" algn="ctr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F089CC3-3197-4484-8195-07548D023FB9}" type="datetime1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95EC9CF-ECF2-42BE-9B4F-3AE02F0171C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4" t="43384" r="68474" b="19017"/>
          <a:stretch/>
        </p:blipFill>
        <p:spPr>
          <a:xfrm>
            <a:off x="-110067" y="6307667"/>
            <a:ext cx="12302067" cy="55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505A3-C1D3-4E1A-BCFB-FD44FB852334}" type="datetime1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4" t="43384" r="68474" b="19017"/>
          <a:stretch/>
        </p:blipFill>
        <p:spPr>
          <a:xfrm>
            <a:off x="-110067" y="6307667"/>
            <a:ext cx="12302067" cy="55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1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7B5F-5F7F-4B16-B0BC-8D4635E47761}" type="datetime1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6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235200"/>
            <a:ext cx="3932237" cy="3633788"/>
          </a:xfrm>
        </p:spPr>
        <p:txBody>
          <a:bodyPr/>
          <a:lstStyle>
            <a:lvl1pPr marL="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95F1-BB6F-4CC0-B7DB-E8EC87192B6E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4" t="43384" r="68474" b="19017"/>
          <a:stretch/>
        </p:blipFill>
        <p:spPr>
          <a:xfrm>
            <a:off x="-110067" y="6307667"/>
            <a:ext cx="12302067" cy="55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243666"/>
            <a:ext cx="3932237" cy="3625321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5F02-7F3F-4EDD-AB9D-4727DA6AA485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4" t="43384" r="68474" b="19017"/>
          <a:stretch/>
        </p:blipFill>
        <p:spPr>
          <a:xfrm>
            <a:off x="-110067" y="6307667"/>
            <a:ext cx="12302067" cy="55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21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EC91-25A9-4E38-AD1A-AF8B0255813A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4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939C5-7F14-4E36-B77A-CD4BE1462967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94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7B386-6CD8-4F4A-9DF1-7FED5F414DB6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EC9CF-ECF2-42BE-9B4F-3AE02F0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75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3821" y="2285593"/>
            <a:ext cx="9144000" cy="202082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br>
              <a:rPr lang="en-US" dirty="0"/>
            </a:br>
            <a:r>
              <a:rPr lang="en-US" dirty="0"/>
              <a:t>QUẢN LÝ CÔNG VIỆC </a:t>
            </a:r>
            <a:br>
              <a:rPr lang="en-US" dirty="0"/>
            </a:br>
            <a:r>
              <a:rPr lang="en-US" dirty="0"/>
              <a:t>CÁ NHÂN VÀ NHÓM</a:t>
            </a:r>
            <a:endParaRPr lang="en-US" sz="73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97649"/>
            <a:ext cx="4552060" cy="1655762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 err="1"/>
              <a:t>Giảng</a:t>
            </a:r>
            <a:r>
              <a:rPr lang="en-US" sz="1800" b="1" dirty="0"/>
              <a:t> </a:t>
            </a:r>
            <a:r>
              <a:rPr lang="en-US" sz="1800" b="1" dirty="0" err="1"/>
              <a:t>viên</a:t>
            </a:r>
            <a:r>
              <a:rPr lang="en-US" sz="1800" b="1" dirty="0"/>
              <a:t> </a:t>
            </a:r>
            <a:r>
              <a:rPr lang="en-US" sz="1800" b="1" dirty="0" err="1"/>
              <a:t>hướng</a:t>
            </a:r>
            <a:r>
              <a:rPr lang="en-US" sz="1800" b="1" dirty="0"/>
              <a:t> </a:t>
            </a:r>
            <a:r>
              <a:rPr lang="en-US" sz="1800" b="1" dirty="0" err="1"/>
              <a:t>dẫn</a:t>
            </a:r>
            <a:r>
              <a:rPr lang="en-US" sz="1800" b="1" dirty="0"/>
              <a:t>:</a:t>
            </a:r>
          </a:p>
          <a:p>
            <a:pPr algn="l">
              <a:spcBef>
                <a:spcPts val="0"/>
              </a:spcBef>
            </a:pPr>
            <a:r>
              <a:rPr lang="en-US" sz="1800" dirty="0" err="1"/>
              <a:t>Ths</a:t>
            </a:r>
            <a:r>
              <a:rPr lang="en-US" sz="1800" dirty="0"/>
              <a:t>. Nguyễn </a:t>
            </a:r>
            <a:r>
              <a:rPr lang="en-US" sz="1800" dirty="0" err="1"/>
              <a:t>Khắc</a:t>
            </a:r>
            <a:r>
              <a:rPr lang="en-US" sz="1800" dirty="0"/>
              <a:t> Quốc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83821" y="140958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CÔNG NGHỆ PHẦN MỀM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076060" y="4597649"/>
            <a:ext cx="455206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b="1" dirty="0"/>
              <a:t>Sinh </a:t>
            </a:r>
            <a:r>
              <a:rPr lang="en-US" sz="1800" b="1" dirty="0" err="1"/>
              <a:t>viên</a:t>
            </a:r>
            <a:r>
              <a:rPr lang="en-US" sz="1800" b="1" dirty="0"/>
              <a:t> </a:t>
            </a:r>
            <a:r>
              <a:rPr lang="en-US" sz="1800" b="1" dirty="0" err="1"/>
              <a:t>thực</a:t>
            </a:r>
            <a:r>
              <a:rPr lang="en-US" sz="1800" b="1" dirty="0"/>
              <a:t> </a:t>
            </a:r>
            <a:r>
              <a:rPr lang="en-US" sz="1800" b="1" dirty="0" err="1"/>
              <a:t>hiện</a:t>
            </a:r>
            <a:r>
              <a:rPr lang="en-US" sz="1800" b="1" dirty="0"/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Châu Tuyết Trân - 110122189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Lương Thị Xuân Thu - 110123236</a:t>
            </a:r>
          </a:p>
        </p:txBody>
      </p:sp>
    </p:spTree>
    <p:extLst>
      <p:ext uri="{BB962C8B-B14F-4D97-AF65-F5344CB8AC3E}">
        <p14:creationId xmlns:p14="http://schemas.microsoft.com/office/powerpoint/2010/main" val="344154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6958-AF64-1D23-5FC7-CC00896D1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THÀNH VIÊN NHÓM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AF781-3A21-ECBB-6A2F-AD2D9A17D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Châu Tuyết Trân – 110122189</a:t>
            </a:r>
            <a:r>
              <a:rPr lang="en-US" sz="2400" dirty="0"/>
              <a:t>: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phối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,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Jira,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, </a:t>
            </a: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backend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hỗ</a:t>
            </a:r>
            <a:r>
              <a:rPr lang="en-US" sz="2400" dirty="0"/>
              <a:t> </a:t>
            </a:r>
            <a:r>
              <a:rPr lang="en-US" sz="2400" dirty="0" err="1"/>
              <a:t>trợ</a:t>
            </a:r>
            <a:r>
              <a:rPr lang="en-US" sz="2400" dirty="0"/>
              <a:t> </a:t>
            </a:r>
            <a:r>
              <a:rPr lang="en-US" sz="2400" dirty="0" err="1"/>
              <a:t>triển</a:t>
            </a:r>
            <a:r>
              <a:rPr lang="en-US" sz="2400" dirty="0"/>
              <a:t> </a:t>
            </a:r>
            <a:r>
              <a:rPr lang="en-US" sz="2400" dirty="0" err="1"/>
              <a:t>khai</a:t>
            </a:r>
            <a:r>
              <a:rPr lang="en-US" sz="2400" dirty="0"/>
              <a:t>. </a:t>
            </a:r>
          </a:p>
          <a:p>
            <a:r>
              <a:rPr lang="en-US" sz="2400" b="1" dirty="0"/>
              <a:t>Lương Thị Xuân Thu – 110123236</a:t>
            </a:r>
            <a:r>
              <a:rPr lang="en-US" sz="2400" dirty="0"/>
              <a:t>: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tích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,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diện</a:t>
            </a:r>
            <a:r>
              <a:rPr lang="en-US" sz="2400" dirty="0"/>
              <a:t>, </a:t>
            </a: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frontend,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thử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hoàn</a:t>
            </a:r>
            <a:r>
              <a:rPr lang="en-US" sz="2400" dirty="0"/>
              <a:t> </a:t>
            </a:r>
            <a:r>
              <a:rPr lang="en-US" sz="2400" dirty="0" err="1"/>
              <a:t>thiện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err="1"/>
              <a:t>cáo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61752-740D-4F0A-AED6-766DB7AC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6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Mở</a:t>
            </a:r>
            <a:r>
              <a:rPr lang="en-US" sz="2400" b="1" dirty="0"/>
              <a:t> </a:t>
            </a:r>
            <a:r>
              <a:rPr lang="en-US" sz="2400" b="1" dirty="0" err="1"/>
              <a:t>đầu</a:t>
            </a:r>
            <a:endParaRPr lang="en-US" sz="2400" b="1" dirty="0"/>
          </a:p>
          <a:p>
            <a:r>
              <a:rPr lang="en-US" sz="2400" b="1" dirty="0" err="1"/>
              <a:t>Cơ</a:t>
            </a:r>
            <a:r>
              <a:rPr lang="en-US" sz="2400" b="1" dirty="0"/>
              <a:t> </a:t>
            </a:r>
            <a:r>
              <a:rPr lang="en-US" sz="2400" b="1" dirty="0" err="1"/>
              <a:t>sở</a:t>
            </a:r>
            <a:r>
              <a:rPr lang="en-US" sz="2400" b="1" dirty="0"/>
              <a:t>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thuyết</a:t>
            </a:r>
            <a:endParaRPr lang="en-US" sz="2400" b="1" dirty="0"/>
          </a:p>
          <a:p>
            <a:r>
              <a:rPr lang="en-US" sz="2400" b="1" dirty="0"/>
              <a:t>Quản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công</a:t>
            </a:r>
            <a:r>
              <a:rPr lang="en-US" sz="2400" b="1" dirty="0"/>
              <a:t> </a:t>
            </a:r>
            <a:r>
              <a:rPr lang="en-US" sz="2400" b="1" dirty="0" err="1"/>
              <a:t>việc</a:t>
            </a:r>
            <a:r>
              <a:rPr lang="en-US" sz="2400" b="1" dirty="0"/>
              <a:t> </a:t>
            </a:r>
            <a:r>
              <a:rPr lang="en-US" sz="2400" b="1" dirty="0" err="1"/>
              <a:t>cá</a:t>
            </a:r>
            <a:r>
              <a:rPr lang="en-US" sz="2400" b="1" dirty="0"/>
              <a:t> </a:t>
            </a:r>
            <a:r>
              <a:rPr lang="en-US" sz="2400" b="1" dirty="0" err="1"/>
              <a:t>nhân</a:t>
            </a:r>
            <a:endParaRPr lang="en-US" sz="2400" b="1" dirty="0"/>
          </a:p>
          <a:p>
            <a:r>
              <a:rPr lang="en-US" sz="2400" b="1" dirty="0"/>
              <a:t>Quản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công</a:t>
            </a:r>
            <a:r>
              <a:rPr lang="en-US" sz="2400" b="1" dirty="0"/>
              <a:t> </a:t>
            </a:r>
            <a:r>
              <a:rPr lang="en-US" sz="2400" b="1" dirty="0" err="1"/>
              <a:t>việc</a:t>
            </a:r>
            <a:r>
              <a:rPr lang="en-US" sz="2400" b="1" dirty="0"/>
              <a:t> </a:t>
            </a:r>
            <a:r>
              <a:rPr lang="en-US" sz="2400" b="1" dirty="0" err="1"/>
              <a:t>nhóm</a:t>
            </a:r>
            <a:endParaRPr lang="en-US" sz="2400" b="1" dirty="0"/>
          </a:p>
          <a:p>
            <a:r>
              <a:rPr lang="en-US" sz="2400" b="1" dirty="0" err="1"/>
              <a:t>Thiết</a:t>
            </a:r>
            <a:r>
              <a:rPr lang="en-US" sz="2400" b="1" dirty="0"/>
              <a:t> </a:t>
            </a:r>
            <a:r>
              <a:rPr lang="en-US" sz="2400" b="1" dirty="0" err="1"/>
              <a:t>kế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r>
              <a:rPr lang="en-US" sz="2400" b="1" dirty="0"/>
              <a:t> </a:t>
            </a:r>
            <a:r>
              <a:rPr lang="en-US" sz="2400" b="1" dirty="0" err="1"/>
              <a:t>thống</a:t>
            </a:r>
            <a:endParaRPr lang="en-US" sz="2400" b="1" dirty="0"/>
          </a:p>
          <a:p>
            <a:r>
              <a:rPr lang="en-US" sz="2400" b="1" dirty="0"/>
              <a:t>Giao </a:t>
            </a:r>
            <a:r>
              <a:rPr lang="en-US" sz="2400" b="1" dirty="0" err="1"/>
              <a:t>diện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r>
              <a:rPr lang="en-US" sz="2400" b="1" dirty="0"/>
              <a:t> </a:t>
            </a:r>
            <a:r>
              <a:rPr lang="en-US" sz="2400" b="1" dirty="0" err="1"/>
              <a:t>thống</a:t>
            </a:r>
            <a:endParaRPr lang="en-US" sz="2400" b="1" dirty="0"/>
          </a:p>
          <a:p>
            <a:r>
              <a:rPr lang="en-US" sz="2400" b="1" dirty="0" err="1"/>
              <a:t>Kiểm</a:t>
            </a:r>
            <a:r>
              <a:rPr lang="en-US" sz="2400" b="1" dirty="0"/>
              <a:t> </a:t>
            </a:r>
            <a:r>
              <a:rPr lang="en-US" sz="2400" b="1" dirty="0" err="1"/>
              <a:t>thử</a:t>
            </a:r>
            <a:endParaRPr lang="en-US" sz="2400" b="1" dirty="0"/>
          </a:p>
          <a:p>
            <a:r>
              <a:rPr lang="en-US" sz="2400" b="1" dirty="0" err="1"/>
              <a:t>Kết</a:t>
            </a:r>
            <a:r>
              <a:rPr lang="en-US" sz="2400" b="1" dirty="0"/>
              <a:t> </a:t>
            </a:r>
            <a:r>
              <a:rPr lang="en-US" sz="2400" b="1" dirty="0" err="1"/>
              <a:t>luận</a:t>
            </a:r>
            <a:r>
              <a:rPr lang="en-US" sz="2400" b="1" dirty="0"/>
              <a:t>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hướng</a:t>
            </a:r>
            <a:r>
              <a:rPr lang="en-US" sz="2400" b="1" dirty="0"/>
              <a:t> </a:t>
            </a:r>
            <a:r>
              <a:rPr lang="en-US" sz="2400" b="1" dirty="0" err="1"/>
              <a:t>phát</a:t>
            </a:r>
            <a:r>
              <a:rPr lang="en-US" sz="2400" b="1" dirty="0"/>
              <a:t> </a:t>
            </a:r>
            <a:r>
              <a:rPr lang="en-US" sz="2400" b="1" dirty="0" err="1"/>
              <a:t>triển</a:t>
            </a:r>
            <a:endParaRPr lang="en-US" sz="2400" b="1" dirty="0"/>
          </a:p>
          <a:p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0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A20D9D-5C35-6CC3-D39B-B64D82458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MỞ ĐẦU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D426F0-C195-176A-5231-8BF013932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Lý do </a:t>
            </a:r>
            <a:r>
              <a:rPr lang="en-US" b="1" dirty="0" err="1"/>
              <a:t>lựa</a:t>
            </a:r>
            <a:r>
              <a:rPr lang="en-US" b="1" dirty="0"/>
              <a:t> </a:t>
            </a:r>
            <a:r>
              <a:rPr lang="en-US" b="1" dirty="0" err="1"/>
              <a:t>chọn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trạng</a:t>
            </a:r>
            <a:endParaRPr lang="en-US" b="1" dirty="0"/>
          </a:p>
          <a:p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giấy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</a:p>
          <a:p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</a:p>
          <a:p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pháp</a:t>
            </a:r>
            <a:endParaRPr lang="en-US" b="1" dirty="0"/>
          </a:p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</a:p>
          <a:p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,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</a:p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nhóm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9A1B3-7901-6142-7D56-3A255E72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84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D09AE-7DBB-D79E-9C82-D9C65DA5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MỞ ĐẦU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570C1-672D-0CA8-FAF2-51286087A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Web.</a:t>
            </a:r>
          </a:p>
          <a:p>
            <a:pPr marL="0" indent="0">
              <a:buNone/>
            </a:pP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đích</a:t>
            </a:r>
            <a:endParaRPr lang="en-US" b="1" dirty="0"/>
          </a:p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</a:p>
          <a:p>
            <a:r>
              <a:rPr lang="en-US" dirty="0"/>
              <a:t>Theo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</a:p>
          <a:p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</a:p>
          <a:p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quên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sót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EAAB4-DBEE-9286-7EE3-06C4B51C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77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7538-6506-5AE3-89E3-27BB836C0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MỞ ĐẦU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74C98-E26B-D958-E4C3-633636C61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1457"/>
            <a:ext cx="10515600" cy="4351338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endParaRPr lang="en-US" b="1" dirty="0"/>
          </a:p>
          <a:p>
            <a:r>
              <a:rPr lang="en-US" dirty="0"/>
              <a:t>✓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dirty="0"/>
          </a:p>
          <a:p>
            <a:r>
              <a:rPr lang="en-US" dirty="0"/>
              <a:t>✓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r>
              <a:rPr lang="en-US" dirty="0"/>
              <a:t>✓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endParaRPr lang="en-US" dirty="0"/>
          </a:p>
          <a:p>
            <a:r>
              <a:rPr lang="en-US" dirty="0"/>
              <a:t>✓ Theo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r>
              <a:rPr lang="en-US" dirty="0"/>
              <a:t>✓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  <a:p>
            <a:r>
              <a:rPr lang="en-US" dirty="0"/>
              <a:t>✓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0D918-4B3C-8579-21EE-D8EB5FD5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2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5019-53C0-4633-0693-08BA2759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2889C-18EC-5214-6628-47799044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BEB90-F8AA-610F-6E23-346A39B045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,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B2506D-AA8E-133E-BFE1-381B48CA7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/>
              <a:t>Vai </a:t>
            </a:r>
            <a:r>
              <a:rPr lang="en-US" dirty="0" err="1"/>
              <a:t>trò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8C096D-0BCA-9D20-10DB-A55297603BB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.</a:t>
            </a:r>
          </a:p>
          <a:p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.</a:t>
            </a:r>
          </a:p>
          <a:p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sót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.</a:t>
            </a:r>
          </a:p>
          <a:p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.</a:t>
            </a:r>
          </a:p>
          <a:p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E8481-894D-D7C3-3AF7-E361014C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6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951A-F57D-DED1-559D-19556891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D0F4F2-8139-FDC8-55EE-87F70BAF0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 </a:t>
            </a:r>
            <a:r>
              <a:rPr lang="en-US" b="1" dirty="0" err="1"/>
              <a:t>người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endParaRPr lang="en-US" b="1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FB556-6C70-F36E-CD54-222183C2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0650E0B-470A-5DDF-171F-4AA82B1DD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088969"/>
              </p:ext>
            </p:extLst>
          </p:nvPr>
        </p:nvGraphicFramePr>
        <p:xfrm>
          <a:off x="838200" y="2331720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32502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145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Vai </a:t>
                      </a:r>
                      <a:r>
                        <a:rPr lang="en-US" dirty="0" err="1"/>
                        <a:t>trò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01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Xem </a:t>
                      </a:r>
                      <a:r>
                        <a:rPr lang="en-US" dirty="0" err="1"/>
                        <a:t>giới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thiệu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đăng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ký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349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Quản lý công việc cá nhân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294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Team 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Thực hiện nhiệm vụ được giao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97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Team Leader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Quản lý nhóm, phân công việc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9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Quản </a:t>
                      </a:r>
                      <a:r>
                        <a:rPr lang="en-US" dirty="0" err="1"/>
                        <a:t>trị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toàn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thống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225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829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4BEB-B9D2-A7C5-ACBA-1DB44C55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QUẢN LÝ CÔNG VIỆC CÁ NHÂN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C7ADE-41BA-FF30-54C2-DFB1299D1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BCFD7-AB59-5E34-F367-EAB916D6EC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.</a:t>
            </a:r>
          </a:p>
          <a:p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</a:t>
            </a:r>
          </a:p>
          <a:p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.</a:t>
            </a:r>
          </a:p>
          <a:p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F0004F-39C2-0140-9DF1-686BE091F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Lợi </a:t>
            </a:r>
            <a:r>
              <a:rPr lang="en-US" dirty="0" err="1"/>
              <a:t>ích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410B9-F9B3-6AFE-28F0-D4826BD9D48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.</a:t>
            </a:r>
          </a:p>
          <a:p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quên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sót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.</a:t>
            </a:r>
          </a:p>
          <a:p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căng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.</a:t>
            </a:r>
          </a:p>
          <a:p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thói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BE2F1-A922-080C-39D4-1ABC5177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26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F6C7-92DC-5702-1B25-28F5BF65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QUẢN LÝ CÔNG VIỆC NHÓM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7540F-9678-09CC-BFBE-58857F8BE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Thành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C84D7-526C-A15A-6D28-2DE7E5ED77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Trưởng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.</a:t>
            </a:r>
          </a:p>
          <a:p>
            <a:r>
              <a:rPr lang="en-US" dirty="0"/>
              <a:t>Thành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.</a:t>
            </a:r>
          </a:p>
          <a:p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.</a:t>
            </a:r>
          </a:p>
          <a:p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.</a:t>
            </a:r>
          </a:p>
          <a:p>
            <a:r>
              <a:rPr lang="en-US" dirty="0"/>
              <a:t>Tiến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4A0ACA-089D-6989-EE0B-FB229747B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Lợi </a:t>
            </a:r>
            <a:r>
              <a:rPr lang="en-US" dirty="0" err="1"/>
              <a:t>ích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0A1CB1-0C90-513D-E733-B84EB2C6FC4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.</a:t>
            </a:r>
          </a:p>
          <a:p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huy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</a:p>
          <a:p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.</a:t>
            </a:r>
          </a:p>
          <a:p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15B0-9420-6055-378E-07649C42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11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6E2A-B7EE-4EAD-1542-1746BFD66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THIẾT KẾ HỆ THỐNG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49653-33D2-5E8F-E5F6-6F0AF02D6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22D8C3-B515-318C-0C6C-F7F41CE638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Các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endParaRPr lang="en-US" b="1" dirty="0"/>
          </a:p>
          <a:p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,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</a:p>
          <a:p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</a:p>
          <a:p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</a:p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</a:p>
          <a:p>
            <a:r>
              <a:rPr lang="en-US" dirty="0"/>
              <a:t>Theo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</a:p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</a:p>
          <a:p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</a:p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F4D63A-AE3C-DF43-9A7E-DAC801578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phi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081B97-63AA-C615-F917-8FDE26C30F0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Hiệu </a:t>
            </a:r>
            <a:r>
              <a:rPr lang="en-US" b="1" dirty="0" err="1"/>
              <a:t>năng</a:t>
            </a:r>
            <a:endParaRPr lang="en-US" b="1" dirty="0"/>
          </a:p>
          <a:p>
            <a:r>
              <a:rPr lang="en-US" dirty="0"/>
              <a:t>Phản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</a:p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Bảo </a:t>
            </a:r>
            <a:r>
              <a:rPr lang="en-US" b="1" dirty="0" err="1"/>
              <a:t>mật</a:t>
            </a:r>
            <a:endParaRPr lang="en-US" b="1" dirty="0"/>
          </a:p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</a:p>
          <a:p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</a:t>
            </a:r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 err="1"/>
              <a:t>Khả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mở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endParaRPr lang="en-US" b="1" dirty="0"/>
          </a:p>
          <a:p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</a:p>
          <a:p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trì</a:t>
            </a:r>
            <a:r>
              <a:rPr lang="en-US" dirty="0"/>
              <a:t> </a:t>
            </a:r>
          </a:p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Docker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A3114-5D7A-EDEE-0283-67104A45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65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7A2A-FADA-A814-15B0-B6D090FA0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THIẾT KẾ HỆ THỐNG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812BC5-9C35-F0BD-3EEE-8D59A1C92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E56C3FC-3AB9-1887-E2A3-54D6C11672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Guest</a:t>
            </a:r>
          </a:p>
          <a:p>
            <a:r>
              <a:rPr lang="en-US" dirty="0"/>
              <a:t>User</a:t>
            </a:r>
          </a:p>
          <a:p>
            <a:r>
              <a:rPr lang="en-US" dirty="0"/>
              <a:t>Team Leader</a:t>
            </a:r>
          </a:p>
          <a:p>
            <a:r>
              <a:rPr lang="en-US" dirty="0"/>
              <a:t>Admin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0DECC2D-9C3C-FF86-E1B3-BD4135BAE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FB1EE21-6A3A-E315-96C9-D61FB5FFD2F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nhóm</a:t>
            </a:r>
            <a:endParaRPr lang="en-US" dirty="0"/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endParaRPr lang="en-US" dirty="0"/>
          </a:p>
          <a:p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1241B-2430-C6EA-2D4F-F0D7D56B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15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602DA-82BC-A8BE-17F7-50EE3A10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THIẾT KẾ HỆ THỐNG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BD5E4-EA87-A1B1-F873-8A61B3567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/>
              <a:t>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30D5D-50C5-3C37-9803-9E9DB4407F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Frontend</a:t>
            </a:r>
          </a:p>
          <a:p>
            <a:r>
              <a:rPr lang="en-US" dirty="0"/>
              <a:t>HTML </a:t>
            </a:r>
          </a:p>
          <a:p>
            <a:r>
              <a:rPr lang="en-US" dirty="0"/>
              <a:t>CSS </a:t>
            </a:r>
          </a:p>
          <a:p>
            <a:r>
              <a:rPr lang="en-US" dirty="0"/>
              <a:t>JavaScript </a:t>
            </a:r>
          </a:p>
          <a:p>
            <a:pPr marL="0" indent="0">
              <a:buNone/>
            </a:pPr>
            <a:r>
              <a:rPr lang="en-US" b="1" dirty="0"/>
              <a:t>Backend &amp; Database</a:t>
            </a:r>
          </a:p>
          <a:p>
            <a:r>
              <a:rPr lang="en-US" dirty="0"/>
              <a:t>Node.js </a:t>
            </a:r>
          </a:p>
          <a:p>
            <a:r>
              <a:rPr lang="en-US" dirty="0"/>
              <a:t>MySQL </a:t>
            </a:r>
          </a:p>
          <a:p>
            <a:pPr marL="0" indent="0">
              <a:buNone/>
            </a:pPr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endParaRPr lang="en-US" b="1" dirty="0"/>
          </a:p>
          <a:p>
            <a:r>
              <a:rPr lang="en-US" dirty="0"/>
              <a:t>Docker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41E1B3-A2B6-465A-BAC7-6571CD2D4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90BDE-32E5-E1C0-89EA-A2910AD917C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Người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endParaRPr lang="en-US" b="1" dirty="0"/>
          </a:p>
          <a:p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,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</a:p>
          <a:p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AAE0F-29D2-9F9B-47B0-468D87A8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4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F40C-C6AC-F723-0567-43325F7B4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GIAO DIỆN HỆ THỐNG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6A0CD-D31D-5E0D-2487-222B1A22BB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Đăng</a:t>
            </a:r>
            <a:r>
              <a:rPr lang="en-US" b="1" dirty="0"/>
              <a:t> </a:t>
            </a:r>
            <a:r>
              <a:rPr lang="en-US" b="1" dirty="0" err="1"/>
              <a:t>nhập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đăng</a:t>
            </a:r>
            <a:r>
              <a:rPr lang="en-US" b="1" dirty="0"/>
              <a:t> </a:t>
            </a:r>
            <a:r>
              <a:rPr lang="en-US" b="1" dirty="0" err="1"/>
              <a:t>ký</a:t>
            </a:r>
            <a:endParaRPr lang="en-US" b="1" dirty="0"/>
          </a:p>
          <a:p>
            <a:r>
              <a:rPr lang="en-US" b="1" dirty="0" err="1"/>
              <a:t>Mô</a:t>
            </a:r>
            <a:r>
              <a:rPr lang="en-US" b="1" dirty="0"/>
              <a:t> </a:t>
            </a:r>
            <a:r>
              <a:rPr lang="en-US" b="1" dirty="0" err="1"/>
              <a:t>tả</a:t>
            </a:r>
            <a:endParaRPr lang="en-US" dirty="0"/>
          </a:p>
          <a:p>
            <a:pPr lvl="1"/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Email </a:t>
            </a:r>
          </a:p>
          <a:p>
            <a:pPr lvl="1"/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07B6DD-A6E5-0A18-27AB-BAD8BDA1D0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538" y="1764256"/>
            <a:ext cx="4120746" cy="22370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B959C-73C8-D9FF-A5CC-1905D389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015D93-C732-20B9-4379-773AA935DA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538" y="4001294"/>
            <a:ext cx="4120746" cy="223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20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BA3A-DC2D-DCE4-05DE-31FDCC41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GIAO DIỆN HỆ THỐNG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77C22-E3A5-9E77-18C9-CBF5523FE0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Quản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việc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Các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endParaRPr lang="en-US" b="1" dirty="0"/>
          </a:p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</a:p>
          <a:p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</a:p>
          <a:p>
            <a:r>
              <a:rPr lang="en-US" dirty="0"/>
              <a:t>Theo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 err="1"/>
              <a:t>Ưu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endParaRPr lang="en-US" b="1" dirty="0"/>
          </a:p>
          <a:p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</a:p>
          <a:p>
            <a:r>
              <a:rPr lang="en-US" dirty="0" err="1"/>
              <a:t>Kéo</a:t>
            </a:r>
            <a:r>
              <a:rPr lang="en-US" dirty="0"/>
              <a:t> </a:t>
            </a:r>
            <a:r>
              <a:rPr lang="en-US" dirty="0" err="1"/>
              <a:t>thả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</a:p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nhóm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2D1957-F014-F64C-A644-F54F97F077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474" y="2150403"/>
            <a:ext cx="6723326" cy="361673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8B965-CD3C-557D-99CD-8501A9C4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51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605C-1524-7B2C-9F5D-62D3DB21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GIAO DIỆN HỆ THỐNG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80A0-5EC6-DBED-46F7-B4D85D7EDD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 err="1"/>
              <a:t>Thêm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việc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Thông tin </a:t>
            </a:r>
            <a:r>
              <a:rPr lang="en-US" b="1" dirty="0" err="1"/>
              <a:t>nhập</a:t>
            </a:r>
            <a:endParaRPr lang="en-US" b="1" dirty="0"/>
          </a:p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</a:p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</a:p>
          <a:p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</a:p>
          <a:p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endParaRPr lang="en-US" b="1" dirty="0"/>
          </a:p>
          <a:p>
            <a:r>
              <a:rPr lang="en-US" dirty="0"/>
              <a:t>Lưu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</a:p>
          <a:p>
            <a:r>
              <a:rPr lang="en-US" dirty="0"/>
              <a:t>Hiển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990C14-69D9-CDD9-4F75-256C515F74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9" y="1825625"/>
            <a:ext cx="3642842" cy="43513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3A219-CD1C-35C4-2C60-F6099C89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73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A740-D403-3065-91A7-9C1E3C46D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GIAO DIỆN HỆ THỐNG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6237D-6AC8-F8C7-9D37-FB61C6ABCA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b="1" dirty="0" err="1"/>
              <a:t>Hồ</a:t>
            </a:r>
            <a:r>
              <a:rPr lang="en-US" b="1" dirty="0"/>
              <a:t> </a:t>
            </a:r>
            <a:r>
              <a:rPr lang="en-US" b="1" dirty="0" err="1"/>
              <a:t>sơ</a:t>
            </a:r>
            <a:r>
              <a:rPr lang="en-US" b="1" dirty="0"/>
              <a:t> </a:t>
            </a:r>
            <a:r>
              <a:rPr lang="en-US" b="1" dirty="0" err="1"/>
              <a:t>người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endParaRPr lang="en-US" b="1" dirty="0"/>
          </a:p>
          <a:p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</a:p>
          <a:p>
            <a:r>
              <a:rPr lang="en-US" dirty="0"/>
              <a:t>Thay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</a:p>
          <a:p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Lợi </a:t>
            </a:r>
            <a:r>
              <a:rPr lang="en-US" b="1" dirty="0" err="1"/>
              <a:t>ích</a:t>
            </a:r>
            <a:endParaRPr lang="en-US" b="1" dirty="0"/>
          </a:p>
          <a:p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</a:p>
          <a:p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B41075-8713-D43F-7E42-A252257A50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523" y="1825625"/>
            <a:ext cx="3100953" cy="43513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8708B-C9B6-1CBF-4EEC-3322806C9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60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B7B2-EFFF-1A23-F026-BE81173E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KIỂM THỬ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782F-1238-EE7E-A667-114AE036FF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r>
              <a:rPr lang="en-US" b="1" dirty="0"/>
              <a:t> (</a:t>
            </a:r>
            <a:r>
              <a:rPr lang="en-US" b="1" dirty="0" err="1"/>
              <a:t>Chạy</a:t>
            </a:r>
            <a:r>
              <a:rPr lang="en-US" b="1" dirty="0"/>
              <a:t> docker)</a:t>
            </a:r>
          </a:p>
          <a:p>
            <a:pPr marL="0" indent="0">
              <a:buNone/>
            </a:pPr>
            <a:r>
              <a:rPr lang="en-US" dirty="0"/>
              <a:t>✓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✓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✓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✓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✓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FF6A226-BBF7-F777-2E65-0C65C2E725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62317"/>
            <a:ext cx="5181600" cy="287795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7B0D2-BF0E-6A8C-8CFC-E817C4F2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43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KẾT LUẬN &amp; HƯỚNG PHÁT TRIỂN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</a:p>
          <a:p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lai </a:t>
            </a:r>
          </a:p>
          <a:p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Hướng phát triển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Hướng</a:t>
            </a:r>
            <a:r>
              <a:rPr lang="en-US" b="1" dirty="0"/>
              <a:t> </a:t>
            </a:r>
            <a:r>
              <a:rPr lang="en-US" b="1" dirty="0" err="1"/>
              <a:t>phát</a:t>
            </a:r>
            <a:r>
              <a:rPr lang="en-US" b="1" dirty="0"/>
              <a:t> </a:t>
            </a:r>
            <a:r>
              <a:rPr lang="en-US" b="1" dirty="0" err="1"/>
              <a:t>triển</a:t>
            </a:r>
            <a:endParaRPr lang="en-US" b="1" dirty="0"/>
          </a:p>
          <a:p>
            <a:r>
              <a:rPr lang="en-US" dirty="0"/>
              <a:t>Thông </a:t>
            </a:r>
            <a:r>
              <a:rPr lang="en-US" dirty="0" err="1"/>
              <a:t>báo</a:t>
            </a:r>
            <a:r>
              <a:rPr lang="en-US" dirty="0"/>
              <a:t> Email </a:t>
            </a:r>
          </a:p>
          <a:p>
            <a:r>
              <a:rPr lang="en-US" dirty="0"/>
              <a:t>Realtime </a:t>
            </a:r>
          </a:p>
          <a:p>
            <a:r>
              <a:rPr lang="en-US" dirty="0"/>
              <a:t>Dashboard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</a:p>
          <a:p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Cloud </a:t>
            </a:r>
          </a:p>
          <a:p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AI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77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528A538-3744-28D2-73B6-0920CDD9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Xin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!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C79CB7F-2DF6-C68F-5648-C279E8FCD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8000" b="1" dirty="0"/>
              <a:t>Q&amp;A</a:t>
            </a:r>
            <a:endParaRPr lang="en-US" sz="8000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28B02-877D-8C03-4F02-62CD51CDA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EC9CF-ECF2-42BE-9B4F-3AE02F0171C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07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9983</TotalTime>
  <Words>1030</Words>
  <Application>Microsoft Office PowerPoint</Application>
  <PresentationFormat>Widescreen</PresentationFormat>
  <Paragraphs>220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 QUẢN LÝ CÔNG VIỆC  CÁ NHÂN VÀ NHÓM</vt:lpstr>
      <vt:lpstr>THÀNH VIÊN NHÓM</vt:lpstr>
      <vt:lpstr>NỘI DUNG</vt:lpstr>
      <vt:lpstr>MỞ ĐẦU</vt:lpstr>
      <vt:lpstr>MỞ ĐẦU</vt:lpstr>
      <vt:lpstr>MỞ ĐẦU</vt:lpstr>
      <vt:lpstr>CƠ SỞ LÝ THUYẾT</vt:lpstr>
      <vt:lpstr>CƠ SỞ LÝ THUYẾT</vt:lpstr>
      <vt:lpstr>QUẢN LÝ CÔNG VIỆC CÁ NHÂN</vt:lpstr>
      <vt:lpstr>QUẢN LÝ CÔNG VIỆC NHÓM</vt:lpstr>
      <vt:lpstr>THIẾT KẾ HỆ THỐNG</vt:lpstr>
      <vt:lpstr>THIẾT KẾ HỆ THỐNG</vt:lpstr>
      <vt:lpstr>THIẾT KẾ HỆ THỐNG</vt:lpstr>
      <vt:lpstr>GIAO DIỆN HỆ THỐNG</vt:lpstr>
      <vt:lpstr>GIAO DIỆN HỆ THỐNG</vt:lpstr>
      <vt:lpstr>GIAO DIỆN HỆ THỐNG</vt:lpstr>
      <vt:lpstr>GIAO DIỆN HỆ THỐNG</vt:lpstr>
      <vt:lpstr>KIỂM THỬ</vt:lpstr>
      <vt:lpstr>KẾT LUẬN &amp; HƯỚNG PHÁT TRIỂN</vt:lpstr>
      <vt:lpstr>Xin chân thành cảm ơn thầy và các bạn đã lắng nghe!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Hoc vien</dc:creator>
  <cp:lastModifiedBy>681461</cp:lastModifiedBy>
  <cp:revision>38</cp:revision>
  <dcterms:created xsi:type="dcterms:W3CDTF">2026-04-28T06:04:43Z</dcterms:created>
  <dcterms:modified xsi:type="dcterms:W3CDTF">2026-06-14T11:58:55Z</dcterms:modified>
</cp:coreProperties>
</file>