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8" r:id="rId3"/>
    <p:sldId id="268" r:id="rId4"/>
    <p:sldId id="270" r:id="rId5"/>
    <p:sldId id="269" r:id="rId6"/>
    <p:sldId id="271" r:id="rId7"/>
    <p:sldId id="272" r:id="rId8"/>
    <p:sldId id="273" r:id="rId9"/>
    <p:sldId id="274" r:id="rId10"/>
    <p:sldId id="275" r:id="rId11"/>
    <p:sldId id="267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81" autoAdjust="0"/>
    <p:restoredTop sz="94660"/>
  </p:normalViewPr>
  <p:slideViewPr>
    <p:cSldViewPr snapToGrid="0">
      <p:cViewPr varScale="1">
        <p:scale>
          <a:sx n="95" d="100"/>
          <a:sy n="95" d="100"/>
        </p:scale>
        <p:origin x="2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C1E88B-C507-4A99-A666-82CFC3179649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52BB7D1-B226-4B1A-A965-6E2CAB8303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262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 b="1" cap="none" spc="0">
                <a:ln w="0"/>
                <a:solidFill>
                  <a:schemeClr val="accent1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EDFAFCE-410D-49E5-9890-55A20C53F78F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95EC9CF-ECF2-42BE-9B4F-3AE02F0171C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16" t="14419" r="12743" b="14419"/>
          <a:stretch/>
        </p:blipFill>
        <p:spPr>
          <a:xfrm>
            <a:off x="0" y="0"/>
            <a:ext cx="1312333" cy="1295400"/>
          </a:xfrm>
          <a:prstGeom prst="rect">
            <a:avLst/>
          </a:prstGeom>
        </p:spPr>
      </p:pic>
      <p:sp>
        <p:nvSpPr>
          <p:cNvPr id="9" name="TextBox 8"/>
          <p:cNvSpPr txBox="1"/>
          <p:nvPr userDrawn="1"/>
        </p:nvSpPr>
        <p:spPr>
          <a:xfrm>
            <a:off x="1312334" y="160867"/>
            <a:ext cx="549486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>
                <a:latin typeface="Arial" panose="020B0604020202020204" pitchFamily="34" charset="0"/>
                <a:cs typeface="Arial" panose="020B0604020202020204" pitchFamily="34" charset="0"/>
              </a:rPr>
              <a:t>TRƯỜNG</a:t>
            </a:r>
            <a:r>
              <a:rPr lang="en-US" sz="2400" b="1" baseline="0">
                <a:latin typeface="Arial" panose="020B0604020202020204" pitchFamily="34" charset="0"/>
                <a:cs typeface="Arial" panose="020B0604020202020204" pitchFamily="34" charset="0"/>
              </a:rPr>
              <a:t> KỸ THUẬT &amp; CÔNG NGHỆ</a:t>
            </a:r>
          </a:p>
          <a:p>
            <a:r>
              <a:rPr lang="en-US" sz="2400" b="1" baseline="0">
                <a:latin typeface="Arial" panose="020B0604020202020204" pitchFamily="34" charset="0"/>
                <a:cs typeface="Arial" panose="020B0604020202020204" pitchFamily="34" charset="0"/>
              </a:rPr>
              <a:t>KHOA CÔNG NGHỆ THÔNG TIN</a:t>
            </a:r>
            <a:endParaRPr lang="en-US" sz="2400" b="1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" name="Straight Connector 10"/>
          <p:cNvCxnSpPr/>
          <p:nvPr userDrawn="1"/>
        </p:nvCxnSpPr>
        <p:spPr>
          <a:xfrm>
            <a:off x="1397000" y="990600"/>
            <a:ext cx="9271000" cy="1264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2" name="Picture 11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0244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62ED9626-E6F6-4233-99D6-6B91C9C5A337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95EC9CF-ECF2-42BE-9B4F-3AE02F0171C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8" name="Picture 7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3436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E518C5-7816-4A57-AD0B-42C3199EA06E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82163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DFF164-943C-437F-81D1-D5E4C3C5BF74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954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 algn="ctr">
              <a:defRPr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ctr"/>
          <a:lstStyle>
            <a:lvl1pPr marL="0" indent="0" algn="ctr">
              <a:buNone/>
              <a:defRPr sz="24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ctr"/>
          <a:lstStyle>
            <a:lvl1pPr marL="0" indent="0" algn="ctr">
              <a:buNone/>
              <a:defRPr sz="24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EF089CC3-3197-4484-8195-07548D023FB9}" type="datetime1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795EC9CF-ECF2-42BE-9B4F-3AE02F0171C2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 userDrawn="1"/>
        </p:nvCxnSpPr>
        <p:spPr>
          <a:xfrm>
            <a:off x="838200" y="1690688"/>
            <a:ext cx="10515600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55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505A3-C1D3-4E1A-BCFB-FD44FB852334}" type="datetime1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17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297B5F-5F7F-4B16-B0BC-8D4635E47761}" type="datetime1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561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2000" b="1">
                <a:latin typeface="Arial" panose="020B0604020202020204" pitchFamily="34" charset="0"/>
                <a:cs typeface="Arial" panose="020B060402020202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235200"/>
            <a:ext cx="3932237" cy="3633788"/>
          </a:xfrm>
        </p:spPr>
        <p:txBody>
          <a:bodyPr/>
          <a:lstStyle>
            <a:lvl1pPr marL="0" indent="0">
              <a:buNone/>
              <a:defRPr sz="1600" b="1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AE95F1-BB6F-4CC0-B7DB-E8EC87192B6E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838200" y="2057400"/>
            <a:ext cx="393382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9" name="Picture 8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78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ctr"/>
          <a:lstStyle>
            <a:lvl1pPr algn="ctr">
              <a:defRPr sz="320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243666"/>
            <a:ext cx="3932237" cy="3625321"/>
          </a:xfrm>
        </p:spPr>
        <p:txBody>
          <a:bodyPr/>
          <a:lstStyle>
            <a:lvl1pPr marL="0" indent="0">
              <a:buNone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BF5F02-7F3F-4EDD-AB9D-4727DA6AA485}" type="datetime1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 userDrawn="1"/>
        </p:nvCxnSpPr>
        <p:spPr>
          <a:xfrm>
            <a:off x="838200" y="2057400"/>
            <a:ext cx="393382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pic>
        <p:nvPicPr>
          <p:cNvPr id="10" name="Picture 9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54" t="43384" r="68474" b="19017"/>
          <a:stretch/>
        </p:blipFill>
        <p:spPr>
          <a:xfrm>
            <a:off x="-110067" y="6307667"/>
            <a:ext cx="12302067" cy="550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7219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3DEC91-25A9-4E38-AD1A-AF8B0255813A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457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B939C5-7F14-4E36-B77A-CD4BE1462967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3940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17B386-6CD8-4F4A-9DF1-7FED5F414DB6}" type="datetime1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5EC9CF-ECF2-42BE-9B4F-3AE02F0171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5755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>
              <a:lumMod val="75000"/>
            </a:schemeClr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83821" y="2285593"/>
            <a:ext cx="9144000" cy="2020824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br>
              <a:rPr lang="en-US" dirty="0"/>
            </a:br>
            <a:r>
              <a:rPr lang="en-US" dirty="0"/>
              <a:t>QUẢN LÝ CÔNG VIỆC </a:t>
            </a:r>
            <a:br>
              <a:rPr lang="en-US" dirty="0"/>
            </a:br>
            <a:r>
              <a:rPr lang="en-US" dirty="0"/>
              <a:t>CÁ NHÂN VÀ NHÓM</a:t>
            </a:r>
            <a:endParaRPr lang="en-US" sz="7300" dirty="0">
              <a:solidFill>
                <a:srgbClr val="C00000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4597649"/>
            <a:ext cx="4552060" cy="1655762"/>
          </a:xfrm>
        </p:spPr>
        <p:txBody>
          <a:bodyPr>
            <a:normAutofit/>
          </a:bodyPr>
          <a:lstStyle/>
          <a:p>
            <a:pPr algn="l">
              <a:spcBef>
                <a:spcPts val="0"/>
              </a:spcBef>
            </a:pPr>
            <a:r>
              <a:rPr lang="en-US" sz="1800" b="1" dirty="0" err="1"/>
              <a:t>Giảng</a:t>
            </a:r>
            <a:r>
              <a:rPr lang="en-US" sz="1800" b="1" dirty="0"/>
              <a:t> </a:t>
            </a:r>
            <a:r>
              <a:rPr lang="en-US" sz="1800" b="1" dirty="0" err="1"/>
              <a:t>viên</a:t>
            </a:r>
            <a:r>
              <a:rPr lang="en-US" sz="1800" b="1" dirty="0"/>
              <a:t> </a:t>
            </a:r>
            <a:r>
              <a:rPr lang="en-US" sz="1800" b="1" dirty="0" err="1"/>
              <a:t>hướng</a:t>
            </a:r>
            <a:r>
              <a:rPr lang="en-US" sz="1800" b="1" dirty="0"/>
              <a:t> </a:t>
            </a:r>
            <a:r>
              <a:rPr lang="en-US" sz="1800" b="1" dirty="0" err="1"/>
              <a:t>dẫn</a:t>
            </a:r>
            <a:r>
              <a:rPr lang="en-US" sz="1800" b="1" dirty="0"/>
              <a:t>:</a:t>
            </a:r>
          </a:p>
          <a:p>
            <a:pPr algn="l">
              <a:spcBef>
                <a:spcPts val="0"/>
              </a:spcBef>
            </a:pPr>
            <a:r>
              <a:rPr lang="en-US" sz="1800" dirty="0" err="1"/>
              <a:t>Ths</a:t>
            </a:r>
            <a:r>
              <a:rPr lang="en-US" sz="1800" dirty="0"/>
              <a:t>. Nguyễn </a:t>
            </a:r>
            <a:r>
              <a:rPr lang="en-US" sz="1800" dirty="0" err="1"/>
              <a:t>Khắc</a:t>
            </a:r>
            <a:r>
              <a:rPr lang="en-US" sz="1800" dirty="0"/>
              <a:t> Quốc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583821" y="1409586"/>
            <a:ext cx="91440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CÔNG NGHỆ PHẦN MỀM</a:t>
            </a:r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6076060" y="4597649"/>
            <a:ext cx="4552060" cy="16557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b="1" dirty="0"/>
              <a:t>Sinh </a:t>
            </a:r>
            <a:r>
              <a:rPr lang="en-US" sz="1800" b="1" dirty="0" err="1"/>
              <a:t>viên</a:t>
            </a:r>
            <a:r>
              <a:rPr lang="en-US" sz="1800" b="1" dirty="0"/>
              <a:t> </a:t>
            </a:r>
            <a:r>
              <a:rPr lang="en-US" sz="1800" b="1" dirty="0" err="1"/>
              <a:t>thực</a:t>
            </a:r>
            <a:r>
              <a:rPr lang="en-US" sz="1800" b="1" dirty="0"/>
              <a:t> </a:t>
            </a:r>
            <a:r>
              <a:rPr lang="en-US" sz="1800" b="1" dirty="0" err="1"/>
              <a:t>hiện</a:t>
            </a:r>
            <a:r>
              <a:rPr lang="en-US" sz="1800" b="1" dirty="0"/>
              <a:t>: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Châu Tuyết Trân – 110122189</a:t>
            </a:r>
          </a:p>
          <a:p>
            <a:pPr algn="l">
              <a:lnSpc>
                <a:spcPct val="100000"/>
              </a:lnSpc>
              <a:spcBef>
                <a:spcPts val="0"/>
              </a:spcBef>
            </a:pPr>
            <a:r>
              <a:rPr lang="en-US" sz="1800" dirty="0"/>
              <a:t>Lương Thị Xuân Thu - 110123236</a:t>
            </a:r>
          </a:p>
        </p:txBody>
      </p:sp>
    </p:spTree>
    <p:extLst>
      <p:ext uri="{BB962C8B-B14F-4D97-AF65-F5344CB8AC3E}">
        <p14:creationId xmlns:p14="http://schemas.microsoft.com/office/powerpoint/2010/main" val="34415488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NỘI DUNG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sz="2400" b="1" dirty="0" err="1"/>
              <a:t>Mở</a:t>
            </a:r>
            <a:r>
              <a:rPr lang="en-US" sz="2400" b="1" dirty="0"/>
              <a:t> </a:t>
            </a:r>
            <a:r>
              <a:rPr lang="en-US" sz="2400" b="1" dirty="0" err="1"/>
              <a:t>đầu</a:t>
            </a:r>
            <a:endParaRPr lang="en-US" sz="2400" b="1" dirty="0"/>
          </a:p>
          <a:p>
            <a:r>
              <a:rPr lang="en-US" sz="2400" b="1" dirty="0" err="1"/>
              <a:t>Cơ</a:t>
            </a:r>
            <a:r>
              <a:rPr lang="en-US" sz="2400" b="1" dirty="0"/>
              <a:t> </a:t>
            </a:r>
            <a:r>
              <a:rPr lang="en-US" sz="2400" b="1" dirty="0" err="1"/>
              <a:t>sở</a:t>
            </a:r>
            <a:r>
              <a:rPr lang="en-US" sz="2400" b="1" dirty="0"/>
              <a:t> </a:t>
            </a:r>
            <a:r>
              <a:rPr lang="en-US" sz="2400" b="1" dirty="0" err="1"/>
              <a:t>lý</a:t>
            </a:r>
            <a:r>
              <a:rPr lang="en-US" sz="2400" b="1" dirty="0"/>
              <a:t> </a:t>
            </a:r>
            <a:r>
              <a:rPr lang="en-US" sz="2400" b="1" dirty="0" err="1"/>
              <a:t>thuyết</a:t>
            </a:r>
            <a:endParaRPr lang="en-US" sz="2400" b="1" dirty="0"/>
          </a:p>
          <a:p>
            <a:r>
              <a:rPr lang="en-US" sz="2400" b="1" dirty="0"/>
              <a:t>Quản </a:t>
            </a:r>
            <a:r>
              <a:rPr lang="en-US" sz="2400" b="1" dirty="0" err="1"/>
              <a:t>lý</a:t>
            </a:r>
            <a:r>
              <a:rPr lang="en-US" sz="2400" b="1" dirty="0"/>
              <a:t> </a:t>
            </a:r>
            <a:r>
              <a:rPr lang="en-US" sz="2400" b="1" dirty="0" err="1"/>
              <a:t>công</a:t>
            </a:r>
            <a:r>
              <a:rPr lang="en-US" sz="2400" b="1" dirty="0"/>
              <a:t> </a:t>
            </a:r>
            <a:r>
              <a:rPr lang="en-US" sz="2400" b="1" dirty="0" err="1"/>
              <a:t>việc</a:t>
            </a:r>
            <a:r>
              <a:rPr lang="en-US" sz="2400" b="1" dirty="0"/>
              <a:t> </a:t>
            </a:r>
            <a:r>
              <a:rPr lang="en-US" sz="2400" b="1" dirty="0" err="1"/>
              <a:t>cá</a:t>
            </a:r>
            <a:r>
              <a:rPr lang="en-US" sz="2400" b="1" dirty="0"/>
              <a:t> </a:t>
            </a:r>
            <a:r>
              <a:rPr lang="en-US" sz="2400" b="1" dirty="0" err="1"/>
              <a:t>nhân</a:t>
            </a:r>
            <a:endParaRPr lang="en-US" sz="2400" b="1" dirty="0"/>
          </a:p>
          <a:p>
            <a:r>
              <a:rPr lang="en-US" sz="2400" b="1" dirty="0"/>
              <a:t>Quản </a:t>
            </a:r>
            <a:r>
              <a:rPr lang="en-US" sz="2400" b="1" dirty="0" err="1"/>
              <a:t>lý</a:t>
            </a:r>
            <a:r>
              <a:rPr lang="en-US" sz="2400" b="1" dirty="0"/>
              <a:t> </a:t>
            </a:r>
            <a:r>
              <a:rPr lang="en-US" sz="2400" b="1" dirty="0" err="1"/>
              <a:t>công</a:t>
            </a:r>
            <a:r>
              <a:rPr lang="en-US" sz="2400" b="1" dirty="0"/>
              <a:t> </a:t>
            </a:r>
            <a:r>
              <a:rPr lang="en-US" sz="2400" b="1" dirty="0" err="1"/>
              <a:t>việc</a:t>
            </a:r>
            <a:r>
              <a:rPr lang="en-US" sz="2400" b="1" dirty="0"/>
              <a:t> </a:t>
            </a:r>
            <a:r>
              <a:rPr lang="en-US" sz="2400" b="1" dirty="0" err="1"/>
              <a:t>nhóm</a:t>
            </a:r>
            <a:endParaRPr lang="en-US" sz="2400" b="1" dirty="0"/>
          </a:p>
          <a:p>
            <a:r>
              <a:rPr lang="en-US" sz="2400" b="1" dirty="0"/>
              <a:t>Phương </a:t>
            </a:r>
            <a:r>
              <a:rPr lang="en-US" sz="2400" b="1" dirty="0" err="1"/>
              <a:t>pháp</a:t>
            </a:r>
            <a:r>
              <a:rPr lang="en-US" sz="2400" b="1" dirty="0"/>
              <a:t> </a:t>
            </a:r>
            <a:r>
              <a:rPr lang="en-US" sz="2400" b="1" dirty="0" err="1"/>
              <a:t>quản</a:t>
            </a:r>
            <a:r>
              <a:rPr lang="en-US" sz="2400" b="1" dirty="0"/>
              <a:t> </a:t>
            </a:r>
            <a:r>
              <a:rPr lang="en-US" sz="2400" b="1" dirty="0" err="1"/>
              <a:t>lý</a:t>
            </a:r>
            <a:endParaRPr lang="en-US" sz="2400" b="1" dirty="0"/>
          </a:p>
          <a:p>
            <a:r>
              <a:rPr lang="en-US" sz="2400" b="1" dirty="0"/>
              <a:t>Quy </a:t>
            </a:r>
            <a:r>
              <a:rPr lang="en-US" sz="2400" b="1" dirty="0" err="1"/>
              <a:t>trình</a:t>
            </a:r>
            <a:r>
              <a:rPr lang="en-US" sz="2400" b="1" dirty="0"/>
              <a:t> </a:t>
            </a:r>
            <a:r>
              <a:rPr lang="en-US" sz="2400" b="1" dirty="0" err="1"/>
              <a:t>quản</a:t>
            </a:r>
            <a:r>
              <a:rPr lang="en-US" sz="2400" b="1" dirty="0"/>
              <a:t> </a:t>
            </a:r>
            <a:r>
              <a:rPr lang="en-US" sz="2400" b="1" dirty="0" err="1"/>
              <a:t>lý</a:t>
            </a:r>
            <a:endParaRPr lang="en-US" sz="2400" b="1" dirty="0"/>
          </a:p>
          <a:p>
            <a:endParaRPr lang="en-US" sz="2400" b="1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CCE344-FA57-6336-D39B-F16B265FBE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400" b="1" dirty="0"/>
              <a:t>Giao </a:t>
            </a:r>
            <a:r>
              <a:rPr lang="en-US" sz="2400" b="1" dirty="0" err="1"/>
              <a:t>diện</a:t>
            </a:r>
            <a:r>
              <a:rPr lang="en-US" sz="2400" b="1" dirty="0"/>
              <a:t> </a:t>
            </a:r>
            <a:r>
              <a:rPr lang="en-US" sz="2400" b="1" dirty="0" err="1"/>
              <a:t>hệ</a:t>
            </a:r>
            <a:r>
              <a:rPr lang="en-US" sz="2400" b="1" dirty="0"/>
              <a:t> </a:t>
            </a:r>
            <a:r>
              <a:rPr lang="en-US" sz="2400" b="1" dirty="0" err="1"/>
              <a:t>thống</a:t>
            </a:r>
            <a:endParaRPr lang="en-US" sz="2400" b="1" dirty="0"/>
          </a:p>
          <a:p>
            <a:r>
              <a:rPr lang="en-US" sz="2400" b="1" dirty="0"/>
              <a:t>Các </a:t>
            </a:r>
            <a:r>
              <a:rPr lang="en-US" sz="2400" b="1" dirty="0" err="1"/>
              <a:t>chức</a:t>
            </a:r>
            <a:r>
              <a:rPr lang="en-US" sz="2400" b="1" dirty="0"/>
              <a:t> </a:t>
            </a:r>
            <a:r>
              <a:rPr lang="en-US" sz="2400" b="1" dirty="0" err="1"/>
              <a:t>năng</a:t>
            </a:r>
            <a:r>
              <a:rPr lang="en-US" sz="2400" b="1" dirty="0"/>
              <a:t> </a:t>
            </a:r>
            <a:r>
              <a:rPr lang="en-US" sz="2400" b="1" dirty="0" err="1"/>
              <a:t>hệ</a:t>
            </a:r>
            <a:r>
              <a:rPr lang="en-US" sz="2400" b="1" dirty="0"/>
              <a:t> </a:t>
            </a:r>
            <a:r>
              <a:rPr lang="en-US" sz="2400" b="1" dirty="0" err="1"/>
              <a:t>thống</a:t>
            </a:r>
            <a:endParaRPr lang="en-US" sz="2400" b="1" dirty="0"/>
          </a:p>
          <a:p>
            <a:r>
              <a:rPr lang="en-US" sz="2400" b="1" dirty="0" err="1"/>
              <a:t>Hạn</a:t>
            </a:r>
            <a:r>
              <a:rPr lang="en-US" sz="2400" b="1" dirty="0"/>
              <a:t> </a:t>
            </a:r>
            <a:r>
              <a:rPr lang="en-US" sz="2400" b="1" dirty="0" err="1"/>
              <a:t>chế</a:t>
            </a:r>
            <a:endParaRPr lang="en-US" sz="2400" b="1" dirty="0"/>
          </a:p>
          <a:p>
            <a:r>
              <a:rPr lang="en-US" sz="2400" b="1" dirty="0" err="1"/>
              <a:t>Kết</a:t>
            </a:r>
            <a:r>
              <a:rPr lang="en-US" sz="2400" b="1" dirty="0"/>
              <a:t> </a:t>
            </a:r>
            <a:r>
              <a:rPr lang="en-US" sz="2400" b="1" dirty="0" err="1"/>
              <a:t>luận</a:t>
            </a:r>
            <a:r>
              <a:rPr lang="en-US" sz="2400" b="1" dirty="0"/>
              <a:t> </a:t>
            </a:r>
            <a:r>
              <a:rPr lang="en-US" sz="2400" b="1" dirty="0" err="1"/>
              <a:t>và</a:t>
            </a:r>
            <a:r>
              <a:rPr lang="en-US" sz="2400" b="1" dirty="0"/>
              <a:t> </a:t>
            </a:r>
            <a:r>
              <a:rPr lang="en-US" sz="2400" b="1" dirty="0" err="1"/>
              <a:t>hướng</a:t>
            </a:r>
            <a:r>
              <a:rPr lang="en-US" sz="2400" b="1" dirty="0"/>
              <a:t> </a:t>
            </a:r>
            <a:r>
              <a:rPr lang="en-US" sz="2400" b="1" dirty="0" err="1"/>
              <a:t>phát</a:t>
            </a:r>
            <a:r>
              <a:rPr lang="en-US" sz="2400" b="1" dirty="0"/>
              <a:t> </a:t>
            </a:r>
            <a:r>
              <a:rPr lang="en-US" sz="2400" b="1" dirty="0" err="1"/>
              <a:t>triển</a:t>
            </a:r>
            <a:endParaRPr lang="en-US" sz="2400" b="1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41063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D09AE-7DBB-D79E-9C82-D9C65DA5B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MỞ ĐẦU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6570C1-672D-0CA8-FAF2-51286087AD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 err="1"/>
              <a:t>Giới</a:t>
            </a:r>
            <a:r>
              <a:rPr lang="en-US" b="1" dirty="0"/>
              <a:t> </a:t>
            </a:r>
            <a:r>
              <a:rPr lang="en-US" b="1" dirty="0" err="1"/>
              <a:t>thiệu</a:t>
            </a:r>
            <a:r>
              <a:rPr lang="en-US" b="1" dirty="0"/>
              <a:t> </a:t>
            </a:r>
            <a:r>
              <a:rPr lang="en-US" b="1" dirty="0" err="1"/>
              <a:t>đề</a:t>
            </a:r>
            <a:r>
              <a:rPr lang="en-US" b="1" dirty="0"/>
              <a:t> </a:t>
            </a:r>
            <a:r>
              <a:rPr lang="en-US" b="1" dirty="0" err="1"/>
              <a:t>tài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Trong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đại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nghệ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, </a:t>
            </a:r>
            <a:r>
              <a:rPr lang="en-US" dirty="0" err="1"/>
              <a:t>khối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ngày</a:t>
            </a:r>
            <a:r>
              <a:rPr lang="en-US" dirty="0"/>
              <a:t> </a:t>
            </a:r>
            <a:r>
              <a:rPr lang="en-US" dirty="0" err="1"/>
              <a:t>càng</a:t>
            </a:r>
            <a:r>
              <a:rPr lang="en-US" dirty="0"/>
              <a:t> </a:t>
            </a: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đòi</a:t>
            </a:r>
            <a:r>
              <a:rPr lang="en-US" dirty="0"/>
              <a:t> </a:t>
            </a:r>
            <a:r>
              <a:rPr lang="en-US" dirty="0" err="1"/>
              <a:t>hỏi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tổ</a:t>
            </a:r>
            <a:r>
              <a:rPr lang="en-US" dirty="0"/>
              <a:t> </a:t>
            </a:r>
            <a:r>
              <a:rPr lang="en-US" dirty="0" err="1"/>
              <a:t>chức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Tuy </a:t>
            </a:r>
            <a:r>
              <a:rPr lang="en-US" dirty="0" err="1"/>
              <a:t>nhiên</a:t>
            </a:r>
            <a:r>
              <a:rPr lang="en-US" dirty="0"/>
              <a:t>, </a:t>
            </a:r>
            <a:r>
              <a:rPr lang="en-US" dirty="0" err="1"/>
              <a:t>nhiều</a:t>
            </a:r>
            <a:r>
              <a:rPr lang="en-US" dirty="0"/>
              <a:t> </a:t>
            </a:r>
            <a:r>
              <a:rPr lang="en-US" dirty="0" err="1"/>
              <a:t>cá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vẫn</a:t>
            </a:r>
            <a:r>
              <a:rPr lang="en-US" dirty="0"/>
              <a:t> </a:t>
            </a:r>
            <a:r>
              <a:rPr lang="en-US" dirty="0" err="1"/>
              <a:t>gặp</a:t>
            </a:r>
            <a:r>
              <a:rPr lang="en-US" dirty="0"/>
              <a:t> </a:t>
            </a:r>
            <a:r>
              <a:rPr lang="en-US" dirty="0" err="1"/>
              <a:t>khó</a:t>
            </a:r>
            <a:r>
              <a:rPr lang="en-US" dirty="0"/>
              <a:t> </a:t>
            </a:r>
            <a:r>
              <a:rPr lang="en-US" dirty="0" err="1"/>
              <a:t>khăn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:</a:t>
            </a:r>
          </a:p>
          <a:p>
            <a:r>
              <a:rPr lang="en-US" dirty="0"/>
              <a:t>Theo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r>
              <a:rPr lang="en-US" dirty="0" err="1"/>
              <a:t>Phân</a:t>
            </a:r>
            <a:r>
              <a:rPr lang="en-US" dirty="0"/>
              <a:t> chia </a:t>
            </a:r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.</a:t>
            </a:r>
          </a:p>
          <a:p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soát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.</a:t>
            </a:r>
          </a:p>
          <a:p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phối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6EAAB4-DBEE-9286-7EE3-06C4B51C9C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4777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E57538-6506-5AE3-89E3-27BB836C0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MỞ ĐẦU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F74C98-E26B-D958-E4C3-633636C61B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61457"/>
            <a:ext cx="10515600" cy="4351338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 b="1" dirty="0" err="1"/>
              <a:t>Mục</a:t>
            </a:r>
            <a:r>
              <a:rPr lang="en-US" b="1" dirty="0"/>
              <a:t> </a:t>
            </a:r>
            <a:r>
              <a:rPr lang="en-US" b="1" dirty="0" err="1"/>
              <a:t>tiêu</a:t>
            </a:r>
            <a:endParaRPr lang="en-US" b="1" dirty="0"/>
          </a:p>
          <a:p>
            <a:pPr marL="0" indent="0">
              <a:lnSpc>
                <a:spcPct val="100000"/>
              </a:lnSpc>
              <a:buNone/>
            </a:pP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 </a:t>
            </a:r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người</a:t>
            </a:r>
            <a:r>
              <a:rPr lang="en-US" dirty="0"/>
              <a:t> </a:t>
            </a:r>
            <a:r>
              <a:rPr lang="en-US" dirty="0" err="1"/>
              <a:t>dùng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cá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.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 </a:t>
            </a:r>
            <a:r>
              <a:rPr lang="en-US" dirty="0" err="1"/>
              <a:t>như</a:t>
            </a:r>
            <a:r>
              <a:rPr lang="en-US" dirty="0"/>
              <a:t>: </a:t>
            </a:r>
          </a:p>
          <a:p>
            <a:pPr>
              <a:lnSpc>
                <a:spcPct val="100000"/>
              </a:lnSpc>
            </a:pPr>
            <a:r>
              <a:rPr lang="en-US" dirty="0"/>
              <a:t>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danh</a:t>
            </a:r>
            <a:r>
              <a:rPr lang="en-US" dirty="0"/>
              <a:t> </a:t>
            </a:r>
            <a:r>
              <a:rPr lang="en-US" dirty="0" err="1"/>
              <a:t>sách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Theo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trạng</a:t>
            </a:r>
            <a:r>
              <a:rPr lang="en-US" dirty="0"/>
              <a:t> </a:t>
            </a:r>
            <a:r>
              <a:rPr lang="en-US" dirty="0" err="1"/>
              <a:t>thái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/>
              <a:t>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Hỗ</a:t>
            </a:r>
            <a:r>
              <a:rPr lang="en-US" dirty="0"/>
              <a:t> </a:t>
            </a:r>
            <a:r>
              <a:rPr lang="en-US" dirty="0" err="1"/>
              <a:t>trợ</a:t>
            </a:r>
            <a:r>
              <a:rPr lang="en-US" dirty="0"/>
              <a:t> </a:t>
            </a:r>
            <a:r>
              <a:rPr lang="en-US" dirty="0" err="1"/>
              <a:t>cập</a:t>
            </a:r>
            <a:r>
              <a:rPr lang="en-US" dirty="0"/>
              <a:t> </a:t>
            </a:r>
            <a:r>
              <a:rPr lang="en-US" dirty="0" err="1"/>
              <a:t>nhật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chia </a:t>
            </a:r>
            <a:r>
              <a:rPr lang="en-US" dirty="0" err="1"/>
              <a:t>sẻ</a:t>
            </a:r>
            <a:r>
              <a:rPr lang="en-US" dirty="0"/>
              <a:t> </a:t>
            </a:r>
            <a:r>
              <a:rPr lang="en-US" dirty="0" err="1"/>
              <a:t>thông</a:t>
            </a:r>
            <a:r>
              <a:rPr lang="en-US" dirty="0"/>
              <a:t> tin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pPr>
              <a:lnSpc>
                <a:spcPct val="100000"/>
              </a:lnSpc>
            </a:pPr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phối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giữa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40D918-4B3C-8579-21EE-D8EB5FD53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01238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55019-53C0-4633-0693-08BA27594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CƠ SỞ LÝ THUYẾT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22889C-18EC-5214-6628-47799044FB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Khái</a:t>
            </a:r>
            <a:r>
              <a:rPr lang="en-US" dirty="0"/>
              <a:t> </a:t>
            </a:r>
            <a:r>
              <a:rPr lang="en-US" dirty="0" err="1"/>
              <a:t>niệm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BEB90-F8AA-610F-6E23-346A39B0451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dirty="0"/>
              <a:t>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, </a:t>
            </a:r>
            <a:r>
              <a:rPr lang="en-US" dirty="0" err="1"/>
              <a:t>tổ</a:t>
            </a:r>
            <a:r>
              <a:rPr lang="en-US" dirty="0"/>
              <a:t> </a:t>
            </a:r>
            <a:r>
              <a:rPr lang="en-US" dirty="0" err="1"/>
              <a:t>chức</a:t>
            </a:r>
            <a:r>
              <a:rPr lang="en-US" dirty="0"/>
              <a:t>,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bổ</a:t>
            </a:r>
            <a:r>
              <a:rPr lang="en-US" dirty="0"/>
              <a:t> </a:t>
            </a:r>
            <a:r>
              <a:rPr lang="en-US" dirty="0" err="1"/>
              <a:t>nguồn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nhằm</a:t>
            </a:r>
            <a:r>
              <a:rPr lang="en-US" dirty="0"/>
              <a:t>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hoàn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mong</a:t>
            </a:r>
            <a:r>
              <a:rPr lang="en-US" dirty="0"/>
              <a:t> </a:t>
            </a:r>
            <a:r>
              <a:rPr lang="en-US" dirty="0" err="1"/>
              <a:t>muốn</a:t>
            </a:r>
            <a:r>
              <a:rPr lang="en-US" dirty="0"/>
              <a:t>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B2506D-AA8E-133E-BFE1-381B48CA72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Vai </a:t>
            </a:r>
            <a:r>
              <a:rPr lang="en-US" dirty="0" err="1"/>
              <a:t>trò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8C096D-0BCA-9D20-10DB-A55297603BB5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rõ</a:t>
            </a:r>
            <a:r>
              <a:rPr lang="en-US" dirty="0"/>
              <a:t> </a:t>
            </a:r>
            <a:r>
              <a:rPr lang="en-US" dirty="0" err="1"/>
              <a:t>ràng</a:t>
            </a:r>
            <a:r>
              <a:rPr lang="en-US" dirty="0"/>
              <a:t>.</a:t>
            </a:r>
          </a:p>
          <a:p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soát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.</a:t>
            </a:r>
          </a:p>
          <a:p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thiểu</a:t>
            </a:r>
            <a:r>
              <a:rPr lang="en-US" dirty="0"/>
              <a:t> </a:t>
            </a:r>
            <a:r>
              <a:rPr lang="en-US" dirty="0" err="1"/>
              <a:t>sai</a:t>
            </a:r>
            <a:r>
              <a:rPr lang="en-US" dirty="0"/>
              <a:t> </a:t>
            </a:r>
            <a:r>
              <a:rPr lang="en-US" dirty="0" err="1"/>
              <a:t>sót</a:t>
            </a:r>
            <a:r>
              <a:rPr lang="en-US" dirty="0"/>
              <a:t> </a:t>
            </a:r>
            <a:r>
              <a:rPr lang="en-US" dirty="0" err="1"/>
              <a:t>trong</a:t>
            </a:r>
            <a:r>
              <a:rPr lang="en-US" dirty="0"/>
              <a:t> </a:t>
            </a:r>
            <a:r>
              <a:rPr lang="en-US" dirty="0" err="1"/>
              <a:t>quá</a:t>
            </a:r>
            <a:r>
              <a:rPr lang="en-US" dirty="0"/>
              <a:t>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.</a:t>
            </a:r>
          </a:p>
          <a:p>
            <a:r>
              <a:rPr lang="en-US" dirty="0" err="1"/>
              <a:t>Tối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hóa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nguồn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.</a:t>
            </a:r>
          </a:p>
          <a:p>
            <a:r>
              <a:rPr lang="en-US" dirty="0" err="1"/>
              <a:t>Nâng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cá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4E8481-894D-D7C3-3AF7-E361014C73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43694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14BEB-B9D2-A7C5-ACBA-1DB44C55C8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QUẢN LÝ CÔNG VIỆC CÁ NHÂN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2C7ADE-41BA-FF30-54C2-DFB1299D16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Đặt</a:t>
            </a:r>
            <a:r>
              <a:rPr lang="en-US" dirty="0"/>
              <a:t> </a:t>
            </a:r>
            <a:r>
              <a:rPr lang="en-US" dirty="0" err="1"/>
              <a:t>điểm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6BCFD7-AB59-5E34-F367-EAB916D6ECF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cá</a:t>
            </a:r>
            <a:r>
              <a:rPr lang="en-US" dirty="0"/>
              <a:t> </a:t>
            </a:r>
            <a:r>
              <a:rPr lang="en-US" dirty="0" err="1"/>
              <a:t>nhân</a:t>
            </a:r>
            <a:r>
              <a:rPr lang="en-US" dirty="0"/>
              <a:t>.</a:t>
            </a:r>
          </a:p>
          <a:p>
            <a:r>
              <a:rPr lang="en-US" dirty="0"/>
              <a:t>Quản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gian</a:t>
            </a:r>
            <a:r>
              <a:rPr lang="en-US" dirty="0"/>
              <a:t> </a:t>
            </a:r>
            <a:r>
              <a:rPr lang="en-US" dirty="0" err="1"/>
              <a:t>hiệu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.</a:t>
            </a:r>
          </a:p>
          <a:p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r>
              <a:rPr lang="en-US" dirty="0" err="1"/>
              <a:t>Tự</a:t>
            </a:r>
            <a:r>
              <a:rPr lang="en-US" dirty="0"/>
              <a:t> </a:t>
            </a:r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 </a:t>
            </a:r>
            <a:r>
              <a:rPr lang="en-US" dirty="0" err="1"/>
              <a:t>đạt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BF0004F-39C2-0140-9DF1-686BE091F0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Lợi </a:t>
            </a:r>
            <a:r>
              <a:rPr lang="en-US" dirty="0" err="1"/>
              <a:t>ích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9410B9-F9B3-6AFE-28F0-D4826BD9D48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suất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r>
              <a:rPr lang="en-US" dirty="0" err="1"/>
              <a:t>Hạn</a:t>
            </a:r>
            <a:r>
              <a:rPr lang="en-US" dirty="0"/>
              <a:t> </a:t>
            </a:r>
            <a:r>
              <a:rPr lang="en-US" dirty="0" err="1"/>
              <a:t>chế</a:t>
            </a:r>
            <a:r>
              <a:rPr lang="en-US" dirty="0"/>
              <a:t> </a:t>
            </a:r>
            <a:r>
              <a:rPr lang="en-US" dirty="0" err="1"/>
              <a:t>quên</a:t>
            </a:r>
            <a:r>
              <a:rPr lang="en-US" dirty="0"/>
              <a:t> </a:t>
            </a:r>
            <a:r>
              <a:rPr lang="en-US" dirty="0" err="1"/>
              <a:t>hoặc</a:t>
            </a:r>
            <a:r>
              <a:rPr lang="en-US" dirty="0"/>
              <a:t> </a:t>
            </a:r>
            <a:r>
              <a:rPr lang="en-US" dirty="0" err="1"/>
              <a:t>bỏ</a:t>
            </a:r>
            <a:r>
              <a:rPr lang="en-US" dirty="0"/>
              <a:t> </a:t>
            </a:r>
            <a:r>
              <a:rPr lang="en-US" dirty="0" err="1"/>
              <a:t>sót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r>
              <a:rPr lang="en-US" dirty="0" err="1"/>
              <a:t>Giảm</a:t>
            </a:r>
            <a:r>
              <a:rPr lang="en-US" dirty="0"/>
              <a:t> </a:t>
            </a:r>
            <a:r>
              <a:rPr lang="en-US" dirty="0" err="1"/>
              <a:t>áp</a:t>
            </a:r>
            <a:r>
              <a:rPr lang="en-US" dirty="0"/>
              <a:t> </a:t>
            </a:r>
            <a:r>
              <a:rPr lang="en-US" dirty="0" err="1"/>
              <a:t>lực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căng</a:t>
            </a:r>
            <a:r>
              <a:rPr lang="en-US" dirty="0"/>
              <a:t> </a:t>
            </a:r>
            <a:r>
              <a:rPr lang="en-US" dirty="0" err="1"/>
              <a:t>thẳng</a:t>
            </a:r>
            <a:r>
              <a:rPr lang="en-US" dirty="0"/>
              <a:t>.</a:t>
            </a:r>
          </a:p>
          <a:p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thói</a:t>
            </a:r>
            <a:r>
              <a:rPr lang="en-US" dirty="0"/>
              <a:t> </a:t>
            </a:r>
            <a:r>
              <a:rPr lang="en-US" dirty="0" err="1"/>
              <a:t>quen</a:t>
            </a:r>
            <a:r>
              <a:rPr lang="en-US" dirty="0"/>
              <a:t> </a:t>
            </a:r>
            <a:r>
              <a:rPr lang="en-US" dirty="0" err="1"/>
              <a:t>làm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khoa </a:t>
            </a:r>
            <a:r>
              <a:rPr lang="en-US" dirty="0" err="1"/>
              <a:t>học</a:t>
            </a:r>
            <a:r>
              <a:rPr lang="en-US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5BE2F1-A922-080C-39D4-1ABC51777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7526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7F6C7-92DC-5702-1B25-28F5BF659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QUẢN LÝ CÔNG VIỆC NHÓM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E7540F-9678-09CC-BFBE-58857F8BE5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Thành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chính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C84D7-526C-A15A-6D28-2DE7E5ED770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 err="1"/>
              <a:t>Trưởng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.</a:t>
            </a:r>
          </a:p>
          <a:p>
            <a:r>
              <a:rPr lang="en-US" dirty="0"/>
              <a:t>Thành </a:t>
            </a:r>
            <a:r>
              <a:rPr lang="en-US" dirty="0" err="1"/>
              <a:t>viên</a:t>
            </a:r>
            <a:r>
              <a:rPr lang="en-US" dirty="0"/>
              <a:t> </a:t>
            </a:r>
            <a:r>
              <a:rPr lang="en-US" dirty="0" err="1"/>
              <a:t>nhóm</a:t>
            </a:r>
            <a:r>
              <a:rPr lang="en-US" dirty="0"/>
              <a:t>.</a:t>
            </a:r>
          </a:p>
          <a:p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.</a:t>
            </a:r>
          </a:p>
          <a:p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.</a:t>
            </a:r>
          </a:p>
          <a:p>
            <a:r>
              <a:rPr lang="en-US" dirty="0"/>
              <a:t>Tiến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4A0ACA-089D-6989-EE0B-FB229747B1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Lợi </a:t>
            </a:r>
            <a:r>
              <a:rPr lang="en-US" dirty="0" err="1"/>
              <a:t>ích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10A1CB1-0C90-513D-E733-B84EB2C6FC46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err="1"/>
              <a:t>Tăng</a:t>
            </a:r>
            <a:r>
              <a:rPr lang="en-US" dirty="0"/>
              <a:t>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năng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 </a:t>
            </a:r>
            <a:r>
              <a:rPr lang="en-US" dirty="0" err="1"/>
              <a:t>tác</a:t>
            </a:r>
            <a:r>
              <a:rPr lang="en-US" dirty="0"/>
              <a:t>.</a:t>
            </a:r>
          </a:p>
          <a:p>
            <a:r>
              <a:rPr lang="en-US" dirty="0" err="1"/>
              <a:t>Phát</a:t>
            </a:r>
            <a:r>
              <a:rPr lang="en-US" dirty="0"/>
              <a:t> </a:t>
            </a:r>
            <a:r>
              <a:rPr lang="en-US" dirty="0" err="1"/>
              <a:t>huy</a:t>
            </a:r>
            <a:r>
              <a:rPr lang="en-US" dirty="0"/>
              <a:t> </a:t>
            </a:r>
            <a:r>
              <a:rPr lang="en-US" dirty="0" err="1"/>
              <a:t>thế</a:t>
            </a:r>
            <a:r>
              <a:rPr lang="en-US" dirty="0"/>
              <a:t> </a:t>
            </a:r>
            <a:r>
              <a:rPr lang="en-US" dirty="0" err="1"/>
              <a:t>mạnh</a:t>
            </a:r>
            <a:r>
              <a:rPr lang="en-US" dirty="0"/>
              <a:t> </a:t>
            </a:r>
            <a:r>
              <a:rPr lang="en-US" dirty="0" err="1"/>
              <a:t>từng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viên</a:t>
            </a:r>
            <a:r>
              <a:rPr lang="en-US" dirty="0"/>
              <a:t>.</a:t>
            </a:r>
          </a:p>
          <a:p>
            <a:r>
              <a:rPr lang="en-US" dirty="0" err="1"/>
              <a:t>Nâng</a:t>
            </a:r>
            <a:r>
              <a:rPr lang="en-US" dirty="0"/>
              <a:t> </a:t>
            </a:r>
            <a:r>
              <a:rPr lang="en-US" dirty="0" err="1"/>
              <a:t>cao</a:t>
            </a:r>
            <a:r>
              <a:rPr lang="en-US" dirty="0"/>
              <a:t> </a:t>
            </a:r>
            <a:r>
              <a:rPr lang="en-US" dirty="0" err="1"/>
              <a:t>chất</a:t>
            </a:r>
            <a:r>
              <a:rPr lang="en-US" dirty="0"/>
              <a:t> </a:t>
            </a:r>
            <a:r>
              <a:rPr lang="en-US" dirty="0" err="1"/>
              <a:t>lượng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hoàn</a:t>
            </a:r>
            <a:r>
              <a:rPr lang="en-US" dirty="0"/>
              <a:t>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 </a:t>
            </a:r>
            <a:r>
              <a:rPr lang="en-US" dirty="0" err="1"/>
              <a:t>đúng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8F15B0-9420-6055-378E-07649C42F6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8116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10393FA-CB41-6ED8-455E-3F29B5F0D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PHƯƠNG PHÁP QUẢN LÝ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5063EC2D-CD21-E07E-80EC-CAB697B10E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TO-DO List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5C1E80E-301E-32D7-E196-616A82849FB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Là</a:t>
            </a:r>
            <a:r>
              <a:rPr lang="en-US" dirty="0"/>
              <a:t> </a:t>
            </a:r>
            <a:r>
              <a:rPr lang="en-US" dirty="0" err="1"/>
              <a:t>phương</a:t>
            </a:r>
            <a:r>
              <a:rPr lang="en-US" dirty="0"/>
              <a:t> </a:t>
            </a:r>
            <a:r>
              <a:rPr lang="en-US" dirty="0" err="1"/>
              <a:t>pháp</a:t>
            </a:r>
            <a:r>
              <a:rPr lang="en-US" dirty="0"/>
              <a:t> </a:t>
            </a:r>
            <a:r>
              <a:rPr lang="en-US" dirty="0" err="1"/>
              <a:t>liệt</a:t>
            </a:r>
            <a:r>
              <a:rPr lang="en-US" dirty="0"/>
              <a:t> </a:t>
            </a:r>
            <a:r>
              <a:rPr lang="en-US" dirty="0" err="1"/>
              <a:t>kê</a:t>
            </a:r>
            <a:r>
              <a:rPr lang="en-US" dirty="0"/>
              <a:t> </a:t>
            </a:r>
            <a:r>
              <a:rPr lang="en-US" dirty="0" err="1"/>
              <a:t>toàn</a:t>
            </a:r>
            <a:r>
              <a:rPr lang="en-US" dirty="0"/>
              <a:t> </a:t>
            </a:r>
            <a:r>
              <a:rPr lang="en-US" dirty="0" err="1"/>
              <a:t>bộ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cần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mức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 </a:t>
            </a: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tiên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Ưu</a:t>
            </a:r>
            <a:r>
              <a:rPr lang="en-US" dirty="0"/>
              <a:t> </a:t>
            </a:r>
            <a:r>
              <a:rPr lang="en-US" dirty="0" err="1"/>
              <a:t>điểm</a:t>
            </a:r>
            <a:r>
              <a:rPr lang="en-US" dirty="0"/>
              <a:t>:</a:t>
            </a:r>
          </a:p>
          <a:p>
            <a:r>
              <a:rPr lang="en-US" dirty="0" err="1"/>
              <a:t>Đơn</a:t>
            </a:r>
            <a:r>
              <a:rPr lang="en-US" dirty="0"/>
              <a:t> </a:t>
            </a:r>
            <a:r>
              <a:rPr lang="en-US" dirty="0" err="1"/>
              <a:t>giản</a:t>
            </a:r>
            <a:endParaRPr lang="en-US" dirty="0"/>
          </a:p>
          <a:p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sử</a:t>
            </a:r>
            <a:r>
              <a:rPr lang="en-US" dirty="0"/>
              <a:t> </a:t>
            </a:r>
            <a:r>
              <a:rPr lang="en-US" dirty="0" err="1"/>
              <a:t>dụng</a:t>
            </a:r>
            <a:endParaRPr lang="en-US" dirty="0"/>
          </a:p>
          <a:p>
            <a:r>
              <a:rPr lang="en-US" dirty="0" err="1"/>
              <a:t>Dễ</a:t>
            </a:r>
            <a:r>
              <a:rPr lang="en-US" dirty="0"/>
              <a:t> </a:t>
            </a:r>
            <a:r>
              <a:rPr lang="en-US" dirty="0" err="1"/>
              <a:t>theo</a:t>
            </a:r>
            <a:r>
              <a:rPr lang="en-US" dirty="0"/>
              <a:t>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56D6DAC-3E93-A283-2BF0-1CB7F48138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SMART Goal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2FE3F657-B22B-526D-8278-742325A1014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Nguyên </a:t>
            </a:r>
            <a:r>
              <a:rPr lang="en-US" dirty="0" err="1"/>
              <a:t>tắc</a:t>
            </a:r>
            <a:r>
              <a:rPr lang="en-US" dirty="0"/>
              <a:t> </a:t>
            </a:r>
            <a:r>
              <a:rPr lang="en-US" dirty="0" err="1"/>
              <a:t>xây</a:t>
            </a:r>
            <a:r>
              <a:rPr lang="en-US" dirty="0"/>
              <a:t> </a:t>
            </a:r>
            <a:r>
              <a:rPr lang="en-US" dirty="0" err="1"/>
              <a:t>dựng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endParaRPr lang="en-US" dirty="0"/>
          </a:p>
          <a:p>
            <a:r>
              <a:rPr lang="en-US" dirty="0"/>
              <a:t>Specific: </a:t>
            </a:r>
            <a:r>
              <a:rPr lang="en-US" dirty="0" err="1"/>
              <a:t>Cụ</a:t>
            </a:r>
            <a:r>
              <a:rPr lang="en-US" dirty="0"/>
              <a:t> </a:t>
            </a:r>
            <a:r>
              <a:rPr lang="en-US" dirty="0" err="1"/>
              <a:t>thể</a:t>
            </a:r>
            <a:r>
              <a:rPr lang="en-US" dirty="0"/>
              <a:t>.</a:t>
            </a:r>
          </a:p>
          <a:p>
            <a:r>
              <a:rPr lang="en-US" dirty="0"/>
              <a:t>Measurable: </a:t>
            </a:r>
            <a:r>
              <a:rPr lang="en-US" dirty="0" err="1"/>
              <a:t>Đo</a:t>
            </a:r>
            <a:r>
              <a:rPr lang="en-US" dirty="0"/>
              <a:t> </a:t>
            </a:r>
            <a:r>
              <a:rPr lang="en-US" dirty="0" err="1"/>
              <a:t>lường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.</a:t>
            </a:r>
          </a:p>
          <a:p>
            <a:r>
              <a:rPr lang="en-US" dirty="0"/>
              <a:t>Achievable: </a:t>
            </a:r>
            <a:r>
              <a:rPr lang="en-US" dirty="0" err="1"/>
              <a:t>Khả</a:t>
            </a:r>
            <a:r>
              <a:rPr lang="en-US" dirty="0"/>
              <a:t> </a:t>
            </a:r>
            <a:r>
              <a:rPr lang="en-US" dirty="0" err="1"/>
              <a:t>thi</a:t>
            </a:r>
            <a:r>
              <a:rPr lang="en-US" dirty="0"/>
              <a:t>.</a:t>
            </a:r>
          </a:p>
          <a:p>
            <a:r>
              <a:rPr lang="en-US" dirty="0"/>
              <a:t>Relevant: </a:t>
            </a:r>
            <a:r>
              <a:rPr lang="en-US" dirty="0" err="1"/>
              <a:t>Phù</a:t>
            </a:r>
            <a:r>
              <a:rPr lang="en-US" dirty="0"/>
              <a:t> </a:t>
            </a:r>
            <a:r>
              <a:rPr lang="en-US" dirty="0" err="1"/>
              <a:t>hợp</a:t>
            </a:r>
            <a:r>
              <a:rPr lang="en-US" dirty="0"/>
              <a:t>.</a:t>
            </a:r>
          </a:p>
          <a:p>
            <a:r>
              <a:rPr lang="en-US" dirty="0"/>
              <a:t>Time-bound: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thời</a:t>
            </a:r>
            <a:r>
              <a:rPr lang="en-US" dirty="0"/>
              <a:t> </a:t>
            </a:r>
            <a:r>
              <a:rPr lang="en-US" dirty="0" err="1"/>
              <a:t>hạn</a:t>
            </a:r>
            <a:r>
              <a:rPr lang="en-US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5F24A0-F06E-E13D-A8FE-1F2747D76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338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7C629C-2B7A-C5EB-1C37-7C6F2AB88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QUY TRÌNH QUẢN LÝ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DB7711B-73FD-2CA4-F91F-C8B6239C2E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Quy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quản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thường</a:t>
            </a:r>
            <a:r>
              <a:rPr lang="en-US" dirty="0"/>
              <a:t> bao </a:t>
            </a:r>
            <a:r>
              <a:rPr lang="en-US" dirty="0" err="1"/>
              <a:t>gồm</a:t>
            </a:r>
            <a:r>
              <a:rPr lang="en-US" dirty="0"/>
              <a:t> </a:t>
            </a:r>
            <a:r>
              <a:rPr lang="en-US" dirty="0" err="1"/>
              <a:t>các</a:t>
            </a:r>
            <a:r>
              <a:rPr lang="en-US" dirty="0"/>
              <a:t> </a:t>
            </a:r>
            <a:r>
              <a:rPr lang="en-US" dirty="0" err="1"/>
              <a:t>bước</a:t>
            </a:r>
            <a:r>
              <a:rPr lang="en-US" dirty="0"/>
              <a:t>:</a:t>
            </a:r>
          </a:p>
          <a:p>
            <a:r>
              <a:rPr lang="en-US" dirty="0" err="1"/>
              <a:t>Xác</a:t>
            </a:r>
            <a:r>
              <a:rPr lang="en-US" dirty="0"/>
              <a:t>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mục</a:t>
            </a:r>
            <a:r>
              <a:rPr lang="en-US" dirty="0"/>
              <a:t> </a:t>
            </a:r>
            <a:r>
              <a:rPr lang="en-US" dirty="0" err="1"/>
              <a:t>tiêu</a:t>
            </a:r>
            <a:r>
              <a:rPr lang="en-US" dirty="0"/>
              <a:t>.</a:t>
            </a:r>
          </a:p>
          <a:p>
            <a:r>
              <a:rPr lang="en-US" dirty="0" err="1"/>
              <a:t>Lập</a:t>
            </a:r>
            <a:r>
              <a:rPr lang="en-US" dirty="0"/>
              <a:t> </a:t>
            </a:r>
            <a:r>
              <a:rPr lang="en-US" dirty="0" err="1"/>
              <a:t>kế</a:t>
            </a:r>
            <a:r>
              <a:rPr lang="en-US" dirty="0"/>
              <a:t> </a:t>
            </a:r>
            <a:r>
              <a:rPr lang="en-US" dirty="0" err="1"/>
              <a:t>hoạch</a:t>
            </a:r>
            <a:r>
              <a:rPr lang="en-US" dirty="0"/>
              <a:t> </a:t>
            </a:r>
            <a:r>
              <a:rPr lang="en-US" dirty="0" err="1"/>
              <a:t>thực</a:t>
            </a:r>
            <a:r>
              <a:rPr lang="en-US" dirty="0"/>
              <a:t> </a:t>
            </a:r>
            <a:r>
              <a:rPr lang="en-US" dirty="0" err="1"/>
              <a:t>hiện</a:t>
            </a:r>
            <a:r>
              <a:rPr lang="en-US" dirty="0"/>
              <a:t>.</a:t>
            </a:r>
          </a:p>
          <a:p>
            <a:r>
              <a:rPr lang="en-US" dirty="0" err="1"/>
              <a:t>Tạo</a:t>
            </a:r>
            <a:r>
              <a:rPr lang="en-US" dirty="0"/>
              <a:t> </a:t>
            </a:r>
            <a:r>
              <a:rPr lang="en-US" dirty="0" err="1"/>
              <a:t>nhiệm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.</a:t>
            </a:r>
          </a:p>
          <a:p>
            <a:r>
              <a:rPr lang="en-US" dirty="0" err="1"/>
              <a:t>Phân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.</a:t>
            </a:r>
          </a:p>
          <a:p>
            <a:r>
              <a:rPr lang="en-US" dirty="0"/>
              <a:t>Theo </a:t>
            </a:r>
            <a:r>
              <a:rPr lang="en-US" dirty="0" err="1"/>
              <a:t>dõi</a:t>
            </a:r>
            <a:r>
              <a:rPr lang="en-US" dirty="0"/>
              <a:t> </a:t>
            </a:r>
            <a:r>
              <a:rPr lang="en-US" dirty="0" err="1"/>
              <a:t>tiến</a:t>
            </a:r>
            <a:r>
              <a:rPr lang="en-US" dirty="0"/>
              <a:t> </a:t>
            </a:r>
            <a:r>
              <a:rPr lang="en-US" dirty="0" err="1"/>
              <a:t>độ</a:t>
            </a:r>
            <a:r>
              <a:rPr lang="en-US" dirty="0"/>
              <a:t>.</a:t>
            </a:r>
          </a:p>
          <a:p>
            <a:r>
              <a:rPr lang="en-US" dirty="0" err="1"/>
              <a:t>Đánh</a:t>
            </a:r>
            <a:r>
              <a:rPr lang="en-US" dirty="0"/>
              <a:t> </a:t>
            </a:r>
            <a:r>
              <a:rPr lang="en-US" dirty="0" err="1"/>
              <a:t>giá</a:t>
            </a:r>
            <a:r>
              <a:rPr lang="en-US" dirty="0"/>
              <a:t> </a:t>
            </a:r>
            <a:r>
              <a:rPr lang="en-US" dirty="0" err="1"/>
              <a:t>kết</a:t>
            </a:r>
            <a:r>
              <a:rPr lang="en-US" dirty="0"/>
              <a:t> </a:t>
            </a:r>
            <a:r>
              <a:rPr lang="en-US" dirty="0" err="1"/>
              <a:t>quả</a:t>
            </a:r>
            <a:r>
              <a:rPr lang="en-US" dirty="0"/>
              <a:t>.</a:t>
            </a:r>
          </a:p>
          <a:p>
            <a:r>
              <a:rPr lang="en-US" dirty="0"/>
              <a:t>Hoàn </a:t>
            </a:r>
            <a:r>
              <a:rPr lang="en-US" dirty="0" err="1"/>
              <a:t>thành</a:t>
            </a:r>
            <a:r>
              <a:rPr lang="en-US" dirty="0"/>
              <a:t> </a:t>
            </a:r>
            <a:r>
              <a:rPr lang="en-US" dirty="0" err="1"/>
              <a:t>dự</a:t>
            </a:r>
            <a:r>
              <a:rPr lang="en-US" dirty="0"/>
              <a:t> </a:t>
            </a:r>
            <a:r>
              <a:rPr lang="en-US" dirty="0" err="1"/>
              <a:t>án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Quy </a:t>
            </a:r>
            <a:r>
              <a:rPr lang="en-US" dirty="0" err="1"/>
              <a:t>trình</a:t>
            </a:r>
            <a:r>
              <a:rPr lang="en-US" dirty="0"/>
              <a:t> </a:t>
            </a:r>
            <a:r>
              <a:rPr lang="en-US" dirty="0" err="1"/>
              <a:t>này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mọi</a:t>
            </a:r>
            <a:r>
              <a:rPr lang="en-US" dirty="0"/>
              <a:t> </a:t>
            </a:r>
            <a:r>
              <a:rPr lang="en-US" dirty="0" err="1"/>
              <a:t>công</a:t>
            </a:r>
            <a:r>
              <a:rPr lang="en-US" dirty="0"/>
              <a:t> </a:t>
            </a:r>
            <a:r>
              <a:rPr lang="en-US" dirty="0" err="1"/>
              <a:t>việc</a:t>
            </a:r>
            <a:r>
              <a:rPr lang="en-US" dirty="0"/>
              <a:t> </a:t>
            </a:r>
            <a:r>
              <a:rPr lang="en-US" dirty="0" err="1"/>
              <a:t>đều</a:t>
            </a:r>
            <a:r>
              <a:rPr lang="en-US" dirty="0"/>
              <a:t>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kiểm</a:t>
            </a:r>
            <a:r>
              <a:rPr lang="en-US" dirty="0"/>
              <a:t> </a:t>
            </a:r>
            <a:r>
              <a:rPr lang="en-US" dirty="0" err="1"/>
              <a:t>soát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xử</a:t>
            </a:r>
            <a:r>
              <a:rPr lang="en-US" dirty="0"/>
              <a:t> </a:t>
            </a:r>
            <a:r>
              <a:rPr lang="en-US" dirty="0" err="1"/>
              <a:t>lý</a:t>
            </a:r>
            <a:r>
              <a:rPr lang="en-US" dirty="0"/>
              <a:t> </a:t>
            </a:r>
            <a:r>
              <a:rPr lang="en-US" dirty="0" err="1"/>
              <a:t>một</a:t>
            </a:r>
            <a:r>
              <a:rPr lang="en-US" dirty="0"/>
              <a:t> </a:t>
            </a:r>
            <a:r>
              <a:rPr lang="en-US" dirty="0" err="1"/>
              <a:t>cách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hệ</a:t>
            </a:r>
            <a:r>
              <a:rPr lang="en-US" dirty="0"/>
              <a:t> </a:t>
            </a:r>
            <a:r>
              <a:rPr lang="en-US" dirty="0" err="1"/>
              <a:t>thống</a:t>
            </a:r>
            <a:r>
              <a:rPr lang="en-US" dirty="0"/>
              <a:t>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3625A3-23AB-09B2-233A-4402217E1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4176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8F6E2A-B7EE-4EAD-1542-1746BFD66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GIAO DIỆN HỆ THỐNG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B5A26-F66E-C60E-8E50-B9502E1172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EA3114-5D7A-EDEE-0283-67104A45B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04651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KẾT LUẬN &amp; HƯỚNG PHÁT TRIỂN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Kết luận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/>
              <a:t>Hướng phát triển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5EC9CF-ECF2-42BE-9B4F-3AE02F0171C2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3777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9897</TotalTime>
  <Words>650</Words>
  <Application>Microsoft Office PowerPoint</Application>
  <PresentationFormat>Widescreen</PresentationFormat>
  <Paragraphs>106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 QUẢN LÝ CÔNG VIỆC  CÁ NHÂN VÀ NHÓM</vt:lpstr>
      <vt:lpstr>NỘI DUNG</vt:lpstr>
      <vt:lpstr>MỞ ĐẦU</vt:lpstr>
      <vt:lpstr>MỞ ĐẦU</vt:lpstr>
      <vt:lpstr>CƠ SỞ LÝ THUYẾT</vt:lpstr>
      <vt:lpstr>QUẢN LÝ CÔNG VIỆC CÁ NHÂN</vt:lpstr>
      <vt:lpstr>QUẢN LÝ CÔNG VIỆC NHÓM</vt:lpstr>
      <vt:lpstr>PHƯƠNG PHÁP QUẢN LÝ</vt:lpstr>
      <vt:lpstr>QUY TRÌNH QUẢN LÝ</vt:lpstr>
      <vt:lpstr>GIAO DIỆN HỆ THỐNG</vt:lpstr>
      <vt:lpstr>KẾT LUẬN &amp; HƯỚNG PHÁT TRIỂN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Hoc vien</dc:creator>
  <cp:lastModifiedBy>681461</cp:lastModifiedBy>
  <cp:revision>24</cp:revision>
  <dcterms:created xsi:type="dcterms:W3CDTF">2026-04-28T06:04:43Z</dcterms:created>
  <dcterms:modified xsi:type="dcterms:W3CDTF">2026-06-12T15:29:29Z</dcterms:modified>
</cp:coreProperties>
</file>